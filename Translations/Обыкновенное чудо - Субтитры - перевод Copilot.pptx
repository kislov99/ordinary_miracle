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.xml" ContentType="application/vnd.openxmlformats-officedocument.presentationml.slide+xml"/>
  <Override PartName="/ppt/slides/slide1250.xml" ContentType="application/vnd.openxmlformats-officedocument.presentationml.slide+xml"/>
  <Override PartName="/ppt/slides/slide1251.xml" ContentType="application/vnd.openxmlformats-officedocument.presentationml.slide+xml"/>
  <Override PartName="/ppt/slides/slide1252.xml" ContentType="application/vnd.openxmlformats-officedocument.presentationml.slide+xml"/>
  <Override PartName="/ppt/slides/slide1253.xml" ContentType="application/vnd.openxmlformats-officedocument.presentationml.slide+xml"/>
  <Override PartName="/ppt/slides/slide1254.xml" ContentType="application/vnd.openxmlformats-officedocument.presentationml.slide+xml"/>
  <Override PartName="/ppt/slides/slide1255.xml" ContentType="application/vnd.openxmlformats-officedocument.presentationml.slide+xml"/>
  <Override PartName="/ppt/slides/slide1256.xml" ContentType="application/vnd.openxmlformats-officedocument.presentationml.slide+xml"/>
  <Override PartName="/ppt/slides/slide1257.xml" ContentType="application/vnd.openxmlformats-officedocument.presentationml.slide+xml"/>
  <Override PartName="/ppt/slides/slide1258.xml" ContentType="application/vnd.openxmlformats-officedocument.presentationml.slide+xml"/>
  <Override PartName="/ppt/slides/slide1259.xml" ContentType="application/vnd.openxmlformats-officedocument.presentationml.slide+xml"/>
  <Override PartName="/ppt/slides/slide126.xml" ContentType="application/vnd.openxmlformats-officedocument.presentationml.slide+xml"/>
  <Override PartName="/ppt/slides/slide1260.xml" ContentType="application/vnd.openxmlformats-officedocument.presentationml.slide+xml"/>
  <Override PartName="/ppt/slides/slide1261.xml" ContentType="application/vnd.openxmlformats-officedocument.presentationml.slide+xml"/>
  <Override PartName="/ppt/slides/slide1262.xml" ContentType="application/vnd.openxmlformats-officedocument.presentationml.slide+xml"/>
  <Override PartName="/ppt/slides/slide1263.xml" ContentType="application/vnd.openxmlformats-officedocument.presentationml.slide+xml"/>
  <Override PartName="/ppt/slides/slide1264.xml" ContentType="application/vnd.openxmlformats-officedocument.presentationml.slide+xml"/>
  <Override PartName="/ppt/slides/slide1265.xml" ContentType="application/vnd.openxmlformats-officedocument.presentationml.slide+xml"/>
  <Override PartName="/ppt/slides/slide1266.xml" ContentType="application/vnd.openxmlformats-officedocument.presentationml.slide+xml"/>
  <Override PartName="/ppt/slides/slide1267.xml" ContentType="application/vnd.openxmlformats-officedocument.presentationml.slide+xml"/>
  <Override PartName="/ppt/slides/slide1268.xml" ContentType="application/vnd.openxmlformats-officedocument.presentationml.slide+xml"/>
  <Override PartName="/ppt/slides/slide1269.xml" ContentType="application/vnd.openxmlformats-officedocument.presentationml.slide+xml"/>
  <Override PartName="/ppt/slides/slide127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272.xml" ContentType="application/vnd.openxmlformats-officedocument.presentationml.slide+xml"/>
  <Override PartName="/ppt/slides/slide1273.xml" ContentType="application/vnd.openxmlformats-officedocument.presentationml.slide+xml"/>
  <Override PartName="/ppt/slides/slide1274.xml" ContentType="application/vnd.openxmlformats-officedocument.presentationml.slide+xml"/>
  <Override PartName="/ppt/slides/slide1275.xml" ContentType="application/vnd.openxmlformats-officedocument.presentationml.slide+xml"/>
  <Override PartName="/ppt/slides/slide1276.xml" ContentType="application/vnd.openxmlformats-officedocument.presentationml.slide+xml"/>
  <Override PartName="/ppt/slides/slide1277.xml" ContentType="application/vnd.openxmlformats-officedocument.presentationml.slide+xml"/>
  <Override PartName="/ppt/slides/slide1278.xml" ContentType="application/vnd.openxmlformats-officedocument.presentationml.slide+xml"/>
  <Override PartName="/ppt/slides/slide1279.xml" ContentType="application/vnd.openxmlformats-officedocument.presentationml.slide+xml"/>
  <Override PartName="/ppt/slides/slide128.xml" ContentType="application/vnd.openxmlformats-officedocument.presentationml.slide+xml"/>
  <Override PartName="/ppt/slides/slide1280.xml" ContentType="application/vnd.openxmlformats-officedocument.presentationml.slide+xml"/>
  <Override PartName="/ppt/slides/slide1281.xml" ContentType="application/vnd.openxmlformats-officedocument.presentationml.slide+xml"/>
  <Override PartName="/ppt/slides/slide1282.xml" ContentType="application/vnd.openxmlformats-officedocument.presentationml.slide+xml"/>
  <Override PartName="/ppt/slides/slide1283.xml" ContentType="application/vnd.openxmlformats-officedocument.presentationml.slide+xml"/>
  <Override PartName="/ppt/slides/slide1284.xml" ContentType="application/vnd.openxmlformats-officedocument.presentationml.slide+xml"/>
  <Override PartName="/ppt/slides/slide1285.xml" ContentType="application/vnd.openxmlformats-officedocument.presentationml.slide+xml"/>
  <Override PartName="/ppt/slides/slide1286.xml" ContentType="application/vnd.openxmlformats-officedocument.presentationml.slide+xml"/>
  <Override PartName="/ppt/slides/slide1287.xml" ContentType="application/vnd.openxmlformats-officedocument.presentationml.slide+xml"/>
  <Override PartName="/ppt/slides/slide1288.xml" ContentType="application/vnd.openxmlformats-officedocument.presentationml.slide+xml"/>
  <Override PartName="/ppt/slides/slide1289.xml" ContentType="application/vnd.openxmlformats-officedocument.presentationml.slide+xml"/>
  <Override PartName="/ppt/slides/slide129.xml" ContentType="application/vnd.openxmlformats-officedocument.presentationml.slide+xml"/>
  <Override PartName="/ppt/slides/slide1290.xml" ContentType="application/vnd.openxmlformats-officedocument.presentationml.slide+xml"/>
  <Override PartName="/ppt/slides/slide1291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294.xml" ContentType="application/vnd.openxmlformats-officedocument.presentationml.slide+xml"/>
  <Override PartName="/ppt/slides/slide1295.xml" ContentType="application/vnd.openxmlformats-officedocument.presentationml.slide+xml"/>
  <Override PartName="/ppt/slides/slide1296.xml" ContentType="application/vnd.openxmlformats-officedocument.presentationml.slide+xml"/>
  <Override PartName="/ppt/slides/slide1297.xml" ContentType="application/vnd.openxmlformats-officedocument.presentationml.slide+xml"/>
  <Override PartName="/ppt/slides/slide1298.xml" ContentType="application/vnd.openxmlformats-officedocument.presentationml.slide+xml"/>
  <Override PartName="/ppt/slides/slide129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00.xml" ContentType="application/vnd.openxmlformats-officedocument.presentationml.slide+xml"/>
  <Override PartName="/ppt/slides/slide1301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1304.xml" ContentType="application/vnd.openxmlformats-officedocument.presentationml.slide+xml"/>
  <Override PartName="/ppt/slides/slide1305.xml" ContentType="application/vnd.openxmlformats-officedocument.presentationml.slide+xml"/>
  <Override PartName="/ppt/slides/slide1306.xml" ContentType="application/vnd.openxmlformats-officedocument.presentationml.slide+xml"/>
  <Override PartName="/ppt/slides/slide1307.xml" ContentType="application/vnd.openxmlformats-officedocument.presentationml.slide+xml"/>
  <Override PartName="/ppt/slides/slide1308.xml" ContentType="application/vnd.openxmlformats-officedocument.presentationml.slide+xml"/>
  <Override PartName="/ppt/slides/slide1309.xml" ContentType="application/vnd.openxmlformats-officedocument.presentationml.slide+xml"/>
  <Override PartName="/ppt/slides/slide131.xml" ContentType="application/vnd.openxmlformats-officedocument.presentationml.slide+xml"/>
  <Override PartName="/ppt/slides/slide1310.xml" ContentType="application/vnd.openxmlformats-officedocument.presentationml.slide+xml"/>
  <Override PartName="/ppt/slides/slide1311.xml" ContentType="application/vnd.openxmlformats-officedocument.presentationml.slide+xml"/>
  <Override PartName="/ppt/slides/slide1312.xml" ContentType="application/vnd.openxmlformats-officedocument.presentationml.slide+xml"/>
  <Override PartName="/ppt/slides/slide1313.xml" ContentType="application/vnd.openxmlformats-officedocument.presentationml.slide+xml"/>
  <Override PartName="/ppt/slides/slide1314.xml" ContentType="application/vnd.openxmlformats-officedocument.presentationml.slide+xml"/>
  <Override PartName="/ppt/slides/slide1315.xml" ContentType="application/vnd.openxmlformats-officedocument.presentationml.slide+xml"/>
  <Override PartName="/ppt/slides/slide1316.xml" ContentType="application/vnd.openxmlformats-officedocument.presentationml.slide+xml"/>
  <Override PartName="/ppt/slides/slide1317.xml" ContentType="application/vnd.openxmlformats-officedocument.presentationml.slide+xml"/>
  <Override PartName="/ppt/slides/slide1318.xml" ContentType="application/vnd.openxmlformats-officedocument.presentationml.slide+xml"/>
  <Override PartName="/ppt/slides/slide1319.xml" ContentType="application/vnd.openxmlformats-officedocument.presentationml.slide+xml"/>
  <Override PartName="/ppt/slides/slide132.xml" ContentType="application/vnd.openxmlformats-officedocument.presentationml.slide+xml"/>
  <Override PartName="/ppt/slides/slide1320.xml" ContentType="application/vnd.openxmlformats-officedocument.presentationml.slide+xml"/>
  <Override PartName="/ppt/slides/slide1321.xml" ContentType="application/vnd.openxmlformats-officedocument.presentationml.slide+xml"/>
  <Override PartName="/ppt/slides/slide1322.xml" ContentType="application/vnd.openxmlformats-officedocument.presentationml.slide+xml"/>
  <Override PartName="/ppt/slides/slide1323.xml" ContentType="application/vnd.openxmlformats-officedocument.presentationml.slide+xml"/>
  <Override PartName="/ppt/slides/slide1324.xml" ContentType="application/vnd.openxmlformats-officedocument.presentationml.slide+xml"/>
  <Override PartName="/ppt/slides/slide1325.xml" ContentType="application/vnd.openxmlformats-officedocument.presentationml.slide+xml"/>
  <Override PartName="/ppt/slides/slide1326.xml" ContentType="application/vnd.openxmlformats-officedocument.presentationml.slide+xml"/>
  <Override PartName="/ppt/slides/slide1327.xml" ContentType="application/vnd.openxmlformats-officedocument.presentationml.slide+xml"/>
  <Override PartName="/ppt/slides/slide1328.xml" ContentType="application/vnd.openxmlformats-officedocument.presentationml.slide+xml"/>
  <Override PartName="/ppt/slides/slide1329.xml" ContentType="application/vnd.openxmlformats-officedocument.presentationml.slide+xml"/>
  <Override PartName="/ppt/slides/slide133.xml" ContentType="application/vnd.openxmlformats-officedocument.presentationml.slide+xml"/>
  <Override PartName="/ppt/slides/slide1330.xml" ContentType="application/vnd.openxmlformats-officedocument.presentationml.slide+xml"/>
  <Override PartName="/ppt/slides/slide1331.xml" ContentType="application/vnd.openxmlformats-officedocument.presentationml.slide+xml"/>
  <Override PartName="/ppt/slides/slide1332.xml" ContentType="application/vnd.openxmlformats-officedocument.presentationml.slide+xml"/>
  <Override PartName="/ppt/slides/slide1333.xml" ContentType="application/vnd.openxmlformats-officedocument.presentationml.slide+xml"/>
  <Override PartName="/ppt/slides/slide1334.xml" ContentType="application/vnd.openxmlformats-officedocument.presentationml.slide+xml"/>
  <Override PartName="/ppt/slides/slide1335.xml" ContentType="application/vnd.openxmlformats-officedocument.presentationml.slide+xml"/>
  <Override PartName="/ppt/slides/slide1336.xml" ContentType="application/vnd.openxmlformats-officedocument.presentationml.slide+xml"/>
  <Override PartName="/ppt/slides/slide1337.xml" ContentType="application/vnd.openxmlformats-officedocument.presentationml.slide+xml"/>
  <Override PartName="/ppt/slides/slide1338.xml" ContentType="application/vnd.openxmlformats-officedocument.presentationml.slide+xml"/>
  <Override PartName="/ppt/slides/slide1339.xml" ContentType="application/vnd.openxmlformats-officedocument.presentationml.slide+xml"/>
  <Override PartName="/ppt/slides/slide134.xml" ContentType="application/vnd.openxmlformats-officedocument.presentationml.slide+xml"/>
  <Override PartName="/ppt/slides/slide1340.xml" ContentType="application/vnd.openxmlformats-officedocument.presentationml.slide+xml"/>
  <Override PartName="/ppt/slides/slide1341.xml" ContentType="application/vnd.openxmlformats-officedocument.presentationml.slide+xml"/>
  <Override PartName="/ppt/slides/slide1342.xml" ContentType="application/vnd.openxmlformats-officedocument.presentationml.slide+xml"/>
  <Override PartName="/ppt/slides/slide1343.xml" ContentType="application/vnd.openxmlformats-officedocument.presentationml.slide+xml"/>
  <Override PartName="/ppt/slides/slide1344.xml" ContentType="application/vnd.openxmlformats-officedocument.presentationml.slide+xml"/>
  <Override PartName="/ppt/slides/slide1345.xml" ContentType="application/vnd.openxmlformats-officedocument.presentationml.slide+xml"/>
  <Override PartName="/ppt/slides/slide1346.xml" ContentType="application/vnd.openxmlformats-officedocument.presentationml.slide+xml"/>
  <Override PartName="/ppt/slides/slide1347.xml" ContentType="application/vnd.openxmlformats-officedocument.presentationml.slide+xml"/>
  <Override PartName="/ppt/slides/slide1348.xml" ContentType="application/vnd.openxmlformats-officedocument.presentationml.slide+xml"/>
  <Override PartName="/ppt/slides/slide1349.xml" ContentType="application/vnd.openxmlformats-officedocument.presentationml.slide+xml"/>
  <Override PartName="/ppt/slides/slide135.xml" ContentType="application/vnd.openxmlformats-officedocument.presentationml.slide+xml"/>
  <Override PartName="/ppt/slides/slide1350.xml" ContentType="application/vnd.openxmlformats-officedocument.presentationml.slide+xml"/>
  <Override PartName="/ppt/slides/slide1351.xml" ContentType="application/vnd.openxmlformats-officedocument.presentationml.slide+xml"/>
  <Override PartName="/ppt/slides/slide1352.xml" ContentType="application/vnd.openxmlformats-officedocument.presentationml.slide+xml"/>
  <Override PartName="/ppt/slides/slide1353.xml" ContentType="application/vnd.openxmlformats-officedocument.presentationml.slide+xml"/>
  <Override PartName="/ppt/slides/slide1354.xml" ContentType="application/vnd.openxmlformats-officedocument.presentationml.slide+xml"/>
  <Override PartName="/ppt/slides/slide1355.xml" ContentType="application/vnd.openxmlformats-officedocument.presentationml.slide+xml"/>
  <Override PartName="/ppt/slides/slide1356.xml" ContentType="application/vnd.openxmlformats-officedocument.presentationml.slide+xml"/>
  <Override PartName="/ppt/slides/slide1357.xml" ContentType="application/vnd.openxmlformats-officedocument.presentationml.slide+xml"/>
  <Override PartName="/ppt/slides/slide1358.xml" ContentType="application/vnd.openxmlformats-officedocument.presentationml.slide+xml"/>
  <Override PartName="/ppt/slides/slide1359.xml" ContentType="application/vnd.openxmlformats-officedocument.presentationml.slide+xml"/>
  <Override PartName="/ppt/slides/slide136.xml" ContentType="application/vnd.openxmlformats-officedocument.presentationml.slide+xml"/>
  <Override PartName="/ppt/slides/slide1360.xml" ContentType="application/vnd.openxmlformats-officedocument.presentationml.slide+xml"/>
  <Override PartName="/ppt/slides/slide1361.xml" ContentType="application/vnd.openxmlformats-officedocument.presentationml.slide+xml"/>
  <Override PartName="/ppt/slides/slide1362.xml" ContentType="application/vnd.openxmlformats-officedocument.presentationml.slide+xml"/>
  <Override PartName="/ppt/slides/slide1363.xml" ContentType="application/vnd.openxmlformats-officedocument.presentationml.slide+xml"/>
  <Override PartName="/ppt/slides/slide1364.xml" ContentType="application/vnd.openxmlformats-officedocument.presentationml.slide+xml"/>
  <Override PartName="/ppt/slides/slide1365.xml" ContentType="application/vnd.openxmlformats-officedocument.presentationml.slide+xml"/>
  <Override PartName="/ppt/slides/slide1366.xml" ContentType="application/vnd.openxmlformats-officedocument.presentationml.slide+xml"/>
  <Override PartName="/ppt/slides/slide1367.xml" ContentType="application/vnd.openxmlformats-officedocument.presentationml.slide+xml"/>
  <Override PartName="/ppt/slides/slide1368.xml" ContentType="application/vnd.openxmlformats-officedocument.presentationml.slide+xml"/>
  <Override PartName="/ppt/slides/slide1369.xml" ContentType="application/vnd.openxmlformats-officedocument.presentationml.slide+xml"/>
  <Override PartName="/ppt/slides/slide137.xml" ContentType="application/vnd.openxmlformats-officedocument.presentationml.slide+xml"/>
  <Override PartName="/ppt/slides/slide1370.xml" ContentType="application/vnd.openxmlformats-officedocument.presentationml.slide+xml"/>
  <Override PartName="/ppt/slides/slide1371.xml" ContentType="application/vnd.openxmlformats-officedocument.presentationml.slide+xml"/>
  <Override PartName="/ppt/slides/slide1372.xml" ContentType="application/vnd.openxmlformats-officedocument.presentationml.slide+xml"/>
  <Override PartName="/ppt/slides/slide1373.xml" ContentType="application/vnd.openxmlformats-officedocument.presentationml.slide+xml"/>
  <Override PartName="/ppt/slides/slide1374.xml" ContentType="application/vnd.openxmlformats-officedocument.presentationml.slide+xml"/>
  <Override PartName="/ppt/slides/slide1375.xml" ContentType="application/vnd.openxmlformats-officedocument.presentationml.slide+xml"/>
  <Override PartName="/ppt/slides/slide1376.xml" ContentType="application/vnd.openxmlformats-officedocument.presentationml.slide+xml"/>
  <Override PartName="/ppt/slides/slide1377.xml" ContentType="application/vnd.openxmlformats-officedocument.presentationml.slide+xml"/>
  <Override PartName="/ppt/slides/slide1378.xml" ContentType="application/vnd.openxmlformats-officedocument.presentationml.slide+xml"/>
  <Override PartName="/ppt/slides/slide1379.xml" ContentType="application/vnd.openxmlformats-officedocument.presentationml.slide+xml"/>
  <Override PartName="/ppt/slides/slide138.xml" ContentType="application/vnd.openxmlformats-officedocument.presentationml.slide+xml"/>
  <Override PartName="/ppt/slides/slide1380.xml" ContentType="application/vnd.openxmlformats-officedocument.presentationml.slide+xml"/>
  <Override PartName="/ppt/slides/slide1381.xml" ContentType="application/vnd.openxmlformats-officedocument.presentationml.slide+xml"/>
  <Override PartName="/ppt/slides/slide1382.xml" ContentType="application/vnd.openxmlformats-officedocument.presentationml.slide+xml"/>
  <Override PartName="/ppt/slides/slide1383.xml" ContentType="application/vnd.openxmlformats-officedocument.presentationml.slide+xml"/>
  <Override PartName="/ppt/slides/slide1384.xml" ContentType="application/vnd.openxmlformats-officedocument.presentationml.slide+xml"/>
  <Override PartName="/ppt/slides/slide1385.xml" ContentType="application/vnd.openxmlformats-officedocument.presentationml.slide+xml"/>
  <Override PartName="/ppt/slides/slide1386.xml" ContentType="application/vnd.openxmlformats-officedocument.presentationml.slide+xml"/>
  <Override PartName="/ppt/slides/slide1387.xml" ContentType="application/vnd.openxmlformats-officedocument.presentationml.slide+xml"/>
  <Override PartName="/ppt/slides/slide1388.xml" ContentType="application/vnd.openxmlformats-officedocument.presentationml.slide+xml"/>
  <Override PartName="/ppt/slides/slide1389.xml" ContentType="application/vnd.openxmlformats-officedocument.presentationml.slide+xml"/>
  <Override PartName="/ppt/slides/slide139.xml" ContentType="application/vnd.openxmlformats-officedocument.presentationml.slide+xml"/>
  <Override PartName="/ppt/slides/slide1390.xml" ContentType="application/vnd.openxmlformats-officedocument.presentationml.slide+xml"/>
  <Override PartName="/ppt/slides/slide1391.xml" ContentType="application/vnd.openxmlformats-officedocument.presentationml.slide+xml"/>
  <Override PartName="/ppt/slides/slide1392.xml" ContentType="application/vnd.openxmlformats-officedocument.presentationml.slide+xml"/>
  <Override PartName="/ppt/slides/slide1393.xml" ContentType="application/vnd.openxmlformats-officedocument.presentationml.slide+xml"/>
  <Override PartName="/ppt/slides/slide1394.xml" ContentType="application/vnd.openxmlformats-officedocument.presentationml.slide+xml"/>
  <Override PartName="/ppt/slides/slide1395.xml" ContentType="application/vnd.openxmlformats-officedocument.presentationml.slide+xml"/>
  <Override PartName="/ppt/slides/slide1396.xml" ContentType="application/vnd.openxmlformats-officedocument.presentationml.slide+xml"/>
  <Override PartName="/ppt/slides/slide1397.xml" ContentType="application/vnd.openxmlformats-officedocument.presentationml.slide+xml"/>
  <Override PartName="/ppt/slides/slide1398.xml" ContentType="application/vnd.openxmlformats-officedocument.presentationml.slide+xml"/>
  <Override PartName="/ppt/slides/slide139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00.xml" ContentType="application/vnd.openxmlformats-officedocument.presentationml.slide+xml"/>
  <Override PartName="/ppt/slides/slide1401.xml" ContentType="application/vnd.openxmlformats-officedocument.presentationml.slide+xml"/>
  <Override PartName="/ppt/slides/slide1402.xml" ContentType="application/vnd.openxmlformats-officedocument.presentationml.slide+xml"/>
  <Override PartName="/ppt/slides/slide1403.xml" ContentType="application/vnd.openxmlformats-officedocument.presentationml.slide+xml"/>
  <Override PartName="/ppt/slides/slide1404.xml" ContentType="application/vnd.openxmlformats-officedocument.presentationml.slide+xml"/>
  <Override PartName="/ppt/slides/slide1405.xml" ContentType="application/vnd.openxmlformats-officedocument.presentationml.slide+xml"/>
  <Override PartName="/ppt/slides/slide1406.xml" ContentType="application/vnd.openxmlformats-officedocument.presentationml.slide+xml"/>
  <Override PartName="/ppt/slides/slide1407.xml" ContentType="application/vnd.openxmlformats-officedocument.presentationml.slide+xml"/>
  <Override PartName="/ppt/slides/slide1408.xml" ContentType="application/vnd.openxmlformats-officedocument.presentationml.slide+xml"/>
  <Override PartName="/ppt/slides/slide1409.xml" ContentType="application/vnd.openxmlformats-officedocument.presentationml.slide+xml"/>
  <Override PartName="/ppt/slides/slide141.xml" ContentType="application/vnd.openxmlformats-officedocument.presentationml.slide+xml"/>
  <Override PartName="/ppt/slides/slide1410.xml" ContentType="application/vnd.openxmlformats-officedocument.presentationml.slide+xml"/>
  <Override PartName="/ppt/slides/slide1411.xml" ContentType="application/vnd.openxmlformats-officedocument.presentationml.slide+xml"/>
  <Override PartName="/ppt/slides/slide1412.xml" ContentType="application/vnd.openxmlformats-officedocument.presentationml.slide+xml"/>
  <Override PartName="/ppt/slides/slide1413.xml" ContentType="application/vnd.openxmlformats-officedocument.presentationml.slide+xml"/>
  <Override PartName="/ppt/slides/slide1414.xml" ContentType="application/vnd.openxmlformats-officedocument.presentationml.slide+xml"/>
  <Override PartName="/ppt/slides/slide1415.xml" ContentType="application/vnd.openxmlformats-officedocument.presentationml.slide+xml"/>
  <Override PartName="/ppt/slides/slide1416.xml" ContentType="application/vnd.openxmlformats-officedocument.presentationml.slide+xml"/>
  <Override PartName="/ppt/slides/slide1417.xml" ContentType="application/vnd.openxmlformats-officedocument.presentationml.slide+xml"/>
  <Override PartName="/ppt/slides/slide1418.xml" ContentType="application/vnd.openxmlformats-officedocument.presentationml.slide+xml"/>
  <Override PartName="/ppt/slides/slide1419.xml" ContentType="application/vnd.openxmlformats-officedocument.presentationml.slide+xml"/>
  <Override PartName="/ppt/slides/slide142.xml" ContentType="application/vnd.openxmlformats-officedocument.presentationml.slide+xml"/>
  <Override PartName="/ppt/slides/slide1420.xml" ContentType="application/vnd.openxmlformats-officedocument.presentationml.slide+xml"/>
  <Override PartName="/ppt/slides/slide1421.xml" ContentType="application/vnd.openxmlformats-officedocument.presentationml.slide+xml"/>
  <Override PartName="/ppt/slides/slide1422.xml" ContentType="application/vnd.openxmlformats-officedocument.presentationml.slide+xml"/>
  <Override PartName="/ppt/slides/slide1423.xml" ContentType="application/vnd.openxmlformats-officedocument.presentationml.slide+xml"/>
  <Override PartName="/ppt/slides/slide1424.xml" ContentType="application/vnd.openxmlformats-officedocument.presentationml.slide+xml"/>
  <Override PartName="/ppt/slides/slide1425.xml" ContentType="application/vnd.openxmlformats-officedocument.presentationml.slide+xml"/>
  <Override PartName="/ppt/slides/slide1426.xml" ContentType="application/vnd.openxmlformats-officedocument.presentationml.slide+xml"/>
  <Override PartName="/ppt/slides/slide142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43.xml" ContentType="application/vnd.openxmlformats-officedocument.presentationml.slide+xml"/>
  <Override PartName="/ppt/slides/slide1430.xml" ContentType="application/vnd.openxmlformats-officedocument.presentationml.slide+xml"/>
  <Override PartName="/ppt/slides/slide1431.xml" ContentType="application/vnd.openxmlformats-officedocument.presentationml.slide+xml"/>
  <Override PartName="/ppt/slides/slide1432.xml" ContentType="application/vnd.openxmlformats-officedocument.presentationml.slide+xml"/>
  <Override PartName="/ppt/slides/slide1433.xml" ContentType="application/vnd.openxmlformats-officedocument.presentationml.slide+xml"/>
  <Override PartName="/ppt/slides/slide1434.xml" ContentType="application/vnd.openxmlformats-officedocument.presentationml.slide+xml"/>
  <Override PartName="/ppt/slides/slide1435.xml" ContentType="application/vnd.openxmlformats-officedocument.presentationml.slide+xml"/>
  <Override PartName="/ppt/slides/slide1436.xml" ContentType="application/vnd.openxmlformats-officedocument.presentationml.slide+xml"/>
  <Override PartName="/ppt/slides/slide1437.xml" ContentType="application/vnd.openxmlformats-officedocument.presentationml.slide+xml"/>
  <Override PartName="/ppt/slides/slide1438.xml" ContentType="application/vnd.openxmlformats-officedocument.presentationml.slide+xml"/>
  <Override PartName="/ppt/slides/slide1439.xml" ContentType="application/vnd.openxmlformats-officedocument.presentationml.slide+xml"/>
  <Override PartName="/ppt/slides/slide144.xml" ContentType="application/vnd.openxmlformats-officedocument.presentationml.slide+xml"/>
  <Override PartName="/ppt/slides/slide1440.xml" ContentType="application/vnd.openxmlformats-officedocument.presentationml.slide+xml"/>
  <Override PartName="/ppt/slides/slide1441.xml" ContentType="application/vnd.openxmlformats-officedocument.presentationml.slide+xml"/>
  <Override PartName="/ppt/slides/slide1442.xml" ContentType="application/vnd.openxmlformats-officedocument.presentationml.slide+xml"/>
  <Override PartName="/ppt/slides/slide1443.xml" ContentType="application/vnd.openxmlformats-officedocument.presentationml.slide+xml"/>
  <Override PartName="/ppt/slides/slide1444.xml" ContentType="application/vnd.openxmlformats-officedocument.presentationml.slide+xml"/>
  <Override PartName="/ppt/slides/slide1445.xml" ContentType="application/vnd.openxmlformats-officedocument.presentationml.slide+xml"/>
  <Override PartName="/ppt/slides/slide1446.xml" ContentType="application/vnd.openxmlformats-officedocument.presentationml.slide+xml"/>
  <Override PartName="/ppt/slides/slide1447.xml" ContentType="application/vnd.openxmlformats-officedocument.presentationml.slide+xml"/>
  <Override PartName="/ppt/slides/slide1448.xml" ContentType="application/vnd.openxmlformats-officedocument.presentationml.slide+xml"/>
  <Override PartName="/ppt/slides/slide1449.xml" ContentType="application/vnd.openxmlformats-officedocument.presentationml.slide+xml"/>
  <Override PartName="/ppt/slides/slide145.xml" ContentType="application/vnd.openxmlformats-officedocument.presentationml.slide+xml"/>
  <Override PartName="/ppt/slides/slide1450.xml" ContentType="application/vnd.openxmlformats-officedocument.presentationml.slide+xml"/>
  <Override PartName="/ppt/slides/slide1451.xml" ContentType="application/vnd.openxmlformats-officedocument.presentationml.slide+xml"/>
  <Override PartName="/ppt/slides/slide1452.xml" ContentType="application/vnd.openxmlformats-officedocument.presentationml.slide+xml"/>
  <Override PartName="/ppt/slides/slide1453.xml" ContentType="application/vnd.openxmlformats-officedocument.presentationml.slide+xml"/>
  <Override PartName="/ppt/slides/slide1454.xml" ContentType="application/vnd.openxmlformats-officedocument.presentationml.slide+xml"/>
  <Override PartName="/ppt/slides/slide1455.xml" ContentType="application/vnd.openxmlformats-officedocument.presentationml.slide+xml"/>
  <Override PartName="/ppt/slides/slide1456.xml" ContentType="application/vnd.openxmlformats-officedocument.presentationml.slide+xml"/>
  <Override PartName="/ppt/slides/slide1457.xml" ContentType="application/vnd.openxmlformats-officedocument.presentationml.slide+xml"/>
  <Override PartName="/ppt/slides/slide1458.xml" ContentType="application/vnd.openxmlformats-officedocument.presentationml.slide+xml"/>
  <Override PartName="/ppt/slides/slide1459.xml" ContentType="application/vnd.openxmlformats-officedocument.presentationml.slide+xml"/>
  <Override PartName="/ppt/slides/slide146.xml" ContentType="application/vnd.openxmlformats-officedocument.presentationml.slide+xml"/>
  <Override PartName="/ppt/slides/slide1460.xml" ContentType="application/vnd.openxmlformats-officedocument.presentationml.slide+xml"/>
  <Override PartName="/ppt/slides/slide1461.xml" ContentType="application/vnd.openxmlformats-officedocument.presentationml.slide+xml"/>
  <Override PartName="/ppt/slides/slide1462.xml" ContentType="application/vnd.openxmlformats-officedocument.presentationml.slide+xml"/>
  <Override PartName="/ppt/slides/slide1463.xml" ContentType="application/vnd.openxmlformats-officedocument.presentationml.slide+xml"/>
  <Override PartName="/ppt/slides/slide1464.xml" ContentType="application/vnd.openxmlformats-officedocument.presentationml.slide+xml"/>
  <Override PartName="/ppt/slides/slide1465.xml" ContentType="application/vnd.openxmlformats-officedocument.presentationml.slide+xml"/>
  <Override PartName="/ppt/slides/slide1466.xml" ContentType="application/vnd.openxmlformats-officedocument.presentationml.slide+xml"/>
  <Override PartName="/ppt/slides/slide1467.xml" ContentType="application/vnd.openxmlformats-officedocument.presentationml.slide+xml"/>
  <Override PartName="/ppt/slides/slide1468.xml" ContentType="application/vnd.openxmlformats-officedocument.presentationml.slide+xml"/>
  <Override PartName="/ppt/slides/slide1469.xml" ContentType="application/vnd.openxmlformats-officedocument.presentationml.slide+xml"/>
  <Override PartName="/ppt/slides/slide147.xml" ContentType="application/vnd.openxmlformats-officedocument.presentationml.slide+xml"/>
  <Override PartName="/ppt/slides/slide1470.xml" ContentType="application/vnd.openxmlformats-officedocument.presentationml.slide+xml"/>
  <Override PartName="/ppt/slides/slide1471.xml" ContentType="application/vnd.openxmlformats-officedocument.presentationml.slide+xml"/>
  <Override PartName="/ppt/slides/slide1472.xml" ContentType="application/vnd.openxmlformats-officedocument.presentationml.slide+xml"/>
  <Override PartName="/ppt/slides/slide1473.xml" ContentType="application/vnd.openxmlformats-officedocument.presentationml.slide+xml"/>
  <Override PartName="/ppt/slides/slide1474.xml" ContentType="application/vnd.openxmlformats-officedocument.presentationml.slide+xml"/>
  <Override PartName="/ppt/slides/slide1475.xml" ContentType="application/vnd.openxmlformats-officedocument.presentationml.slide+xml"/>
  <Override PartName="/ppt/slides/slide1476.xml" ContentType="application/vnd.openxmlformats-officedocument.presentationml.slide+xml"/>
  <Override PartName="/ppt/slides/slide1477.xml" ContentType="application/vnd.openxmlformats-officedocument.presentationml.slide+xml"/>
  <Override PartName="/ppt/slides/slide1478.xml" ContentType="application/vnd.openxmlformats-officedocument.presentationml.slide+xml"/>
  <Override PartName="/ppt/slides/slide1479.xml" ContentType="application/vnd.openxmlformats-officedocument.presentationml.slide+xml"/>
  <Override PartName="/ppt/slides/slide148.xml" ContentType="application/vnd.openxmlformats-officedocument.presentationml.slide+xml"/>
  <Override PartName="/ppt/slides/slide1480.xml" ContentType="application/vnd.openxmlformats-officedocument.presentationml.slide+xml"/>
  <Override PartName="/ppt/slides/slide1481.xml" ContentType="application/vnd.openxmlformats-officedocument.presentationml.slide+xml"/>
  <Override PartName="/ppt/slides/slide1482.xml" ContentType="application/vnd.openxmlformats-officedocument.presentationml.slide+xml"/>
  <Override PartName="/ppt/slides/slide1483.xml" ContentType="application/vnd.openxmlformats-officedocument.presentationml.slide+xml"/>
  <Override PartName="/ppt/slides/slide1484.xml" ContentType="application/vnd.openxmlformats-officedocument.presentationml.slide+xml"/>
  <Override PartName="/ppt/slides/slide1485.xml" ContentType="application/vnd.openxmlformats-officedocument.presentationml.slide+xml"/>
  <Override PartName="/ppt/slides/slide1486.xml" ContentType="application/vnd.openxmlformats-officedocument.presentationml.slide+xml"/>
  <Override PartName="/ppt/slides/slide1487.xml" ContentType="application/vnd.openxmlformats-officedocument.presentationml.slide+xml"/>
  <Override PartName="/ppt/slides/slide1488.xml" ContentType="application/vnd.openxmlformats-officedocument.presentationml.slide+xml"/>
  <Override PartName="/ppt/slides/slide1489.xml" ContentType="application/vnd.openxmlformats-officedocument.presentationml.slide+xml"/>
  <Override PartName="/ppt/slides/slide149.xml" ContentType="application/vnd.openxmlformats-officedocument.presentationml.slide+xml"/>
  <Override PartName="/ppt/slides/slide1490.xml" ContentType="application/vnd.openxmlformats-officedocument.presentationml.slide+xml"/>
  <Override PartName="/ppt/slides/slide1491.xml" ContentType="application/vnd.openxmlformats-officedocument.presentationml.slide+xml"/>
  <Override PartName="/ppt/slides/slide1492.xml" ContentType="application/vnd.openxmlformats-officedocument.presentationml.slide+xml"/>
  <Override PartName="/ppt/slides/slide1493.xml" ContentType="application/vnd.openxmlformats-officedocument.presentationml.slide+xml"/>
  <Override PartName="/ppt/slides/slide1494.xml" ContentType="application/vnd.openxmlformats-officedocument.presentationml.slide+xml"/>
  <Override PartName="/ppt/slides/slide1495.xml" ContentType="application/vnd.openxmlformats-officedocument.presentationml.slide+xml"/>
  <Override PartName="/ppt/slides/slide1496.xml" ContentType="application/vnd.openxmlformats-officedocument.presentationml.slide+xml"/>
  <Override PartName="/ppt/slides/slide1497.xml" ContentType="application/vnd.openxmlformats-officedocument.presentationml.slide+xml"/>
  <Override PartName="/ppt/slides/slide1498.xml" ContentType="application/vnd.openxmlformats-officedocument.presentationml.slide+xml"/>
  <Override PartName="/ppt/slides/slide149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00.xml" ContentType="application/vnd.openxmlformats-officedocument.presentationml.slide+xml"/>
  <Override PartName="/ppt/slides/slide1501.xml" ContentType="application/vnd.openxmlformats-officedocument.presentationml.slide+xml"/>
  <Override PartName="/ppt/slides/slide1502.xml" ContentType="application/vnd.openxmlformats-officedocument.presentationml.slide+xml"/>
  <Override PartName="/ppt/slides/slide1503.xml" ContentType="application/vnd.openxmlformats-officedocument.presentationml.slide+xml"/>
  <Override PartName="/ppt/slides/slide1504.xml" ContentType="application/vnd.openxmlformats-officedocument.presentationml.slide+xml"/>
  <Override PartName="/ppt/slides/slide1505.xml" ContentType="application/vnd.openxmlformats-officedocument.presentationml.slide+xml"/>
  <Override PartName="/ppt/slides/slide1506.xml" ContentType="application/vnd.openxmlformats-officedocument.presentationml.slide+xml"/>
  <Override PartName="/ppt/slides/slide1507.xml" ContentType="application/vnd.openxmlformats-officedocument.presentationml.slide+xml"/>
  <Override PartName="/ppt/slides/slide1508.xml" ContentType="application/vnd.openxmlformats-officedocument.presentationml.slide+xml"/>
  <Override PartName="/ppt/slides/slide1509.xml" ContentType="application/vnd.openxmlformats-officedocument.presentationml.slide+xml"/>
  <Override PartName="/ppt/slides/slide151.xml" ContentType="application/vnd.openxmlformats-officedocument.presentationml.slide+xml"/>
  <Override PartName="/ppt/slides/slide1510.xml" ContentType="application/vnd.openxmlformats-officedocument.presentationml.slide+xml"/>
  <Override PartName="/ppt/slides/slide1511.xml" ContentType="application/vnd.openxmlformats-officedocument.presentationml.slide+xml"/>
  <Override PartName="/ppt/slides/slide1512.xml" ContentType="application/vnd.openxmlformats-officedocument.presentationml.slide+xml"/>
  <Override PartName="/ppt/slides/slide1513.xml" ContentType="application/vnd.openxmlformats-officedocument.presentationml.slide+xml"/>
  <Override PartName="/ppt/slides/slide1514.xml" ContentType="application/vnd.openxmlformats-officedocument.presentationml.slide+xml"/>
  <Override PartName="/ppt/slides/slide1515.xml" ContentType="application/vnd.openxmlformats-officedocument.presentationml.slide+xml"/>
  <Override PartName="/ppt/slides/slide1516.xml" ContentType="application/vnd.openxmlformats-officedocument.presentationml.slide+xml"/>
  <Override PartName="/ppt/slides/slide1517.xml" ContentType="application/vnd.openxmlformats-officedocument.presentationml.slide+xml"/>
  <Override PartName="/ppt/slides/slide1518.xml" ContentType="application/vnd.openxmlformats-officedocument.presentationml.slide+xml"/>
  <Override PartName="/ppt/slides/slide1519.xml" ContentType="application/vnd.openxmlformats-officedocument.presentationml.slide+xml"/>
  <Override PartName="/ppt/slides/slide152.xml" ContentType="application/vnd.openxmlformats-officedocument.presentationml.slide+xml"/>
  <Override PartName="/ppt/slides/slide1520.xml" ContentType="application/vnd.openxmlformats-officedocument.presentationml.slide+xml"/>
  <Override PartName="/ppt/slides/slide1521.xml" ContentType="application/vnd.openxmlformats-officedocument.presentationml.slide+xml"/>
  <Override PartName="/ppt/slides/slide1522.xml" ContentType="application/vnd.openxmlformats-officedocument.presentationml.slide+xml"/>
  <Override PartName="/ppt/slides/slide1523.xml" ContentType="application/vnd.openxmlformats-officedocument.presentationml.slide+xml"/>
  <Override PartName="/ppt/slides/slide1524.xml" ContentType="application/vnd.openxmlformats-officedocument.presentationml.slide+xml"/>
  <Override PartName="/ppt/slides/slide1525.xml" ContentType="application/vnd.openxmlformats-officedocument.presentationml.slide+xml"/>
  <Override PartName="/ppt/slides/slide1526.xml" ContentType="application/vnd.openxmlformats-officedocument.presentationml.slide+xml"/>
  <Override PartName="/ppt/slides/slide1527.xml" ContentType="application/vnd.openxmlformats-officedocument.presentationml.slide+xml"/>
  <Override PartName="/ppt/slides/slide1528.xml" ContentType="application/vnd.openxmlformats-officedocument.presentationml.slide+xml"/>
  <Override PartName="/ppt/slides/slide1529.xml" ContentType="application/vnd.openxmlformats-officedocument.presentationml.slide+xml"/>
  <Override PartName="/ppt/slides/slide153.xml" ContentType="application/vnd.openxmlformats-officedocument.presentationml.slide+xml"/>
  <Override PartName="/ppt/slides/slide1530.xml" ContentType="application/vnd.openxmlformats-officedocument.presentationml.slide+xml"/>
  <Override PartName="/ppt/slides/slide1531.xml" ContentType="application/vnd.openxmlformats-officedocument.presentationml.slide+xml"/>
  <Override PartName="/ppt/slides/slide1532.xml" ContentType="application/vnd.openxmlformats-officedocument.presentationml.slide+xml"/>
  <Override PartName="/ppt/slides/slide1533.xml" ContentType="application/vnd.openxmlformats-officedocument.presentationml.slide+xml"/>
  <Override PartName="/ppt/slides/slide1534.xml" ContentType="application/vnd.openxmlformats-officedocument.presentationml.slide+xml"/>
  <Override PartName="/ppt/slides/slide1535.xml" ContentType="application/vnd.openxmlformats-officedocument.presentationml.slide+xml"/>
  <Override PartName="/ppt/slides/slide1536.xml" ContentType="application/vnd.openxmlformats-officedocument.presentationml.slide+xml"/>
  <Override PartName="/ppt/slides/slide1537.xml" ContentType="application/vnd.openxmlformats-officedocument.presentationml.slide+xml"/>
  <Override PartName="/ppt/slides/slide1538.xml" ContentType="application/vnd.openxmlformats-officedocument.presentationml.slide+xml"/>
  <Override PartName="/ppt/slides/slide1539.xml" ContentType="application/vnd.openxmlformats-officedocument.presentationml.slide+xml"/>
  <Override PartName="/ppt/slides/slide154.xml" ContentType="application/vnd.openxmlformats-officedocument.presentationml.slide+xml"/>
  <Override PartName="/ppt/slides/slide1540.xml" ContentType="application/vnd.openxmlformats-officedocument.presentationml.slide+xml"/>
  <Override PartName="/ppt/slides/slide1541.xml" ContentType="application/vnd.openxmlformats-officedocument.presentationml.slide+xml"/>
  <Override PartName="/ppt/slides/slide1542.xml" ContentType="application/vnd.openxmlformats-officedocument.presentationml.slide+xml"/>
  <Override PartName="/ppt/slides/slide1543.xml" ContentType="application/vnd.openxmlformats-officedocument.presentationml.slide+xml"/>
  <Override PartName="/ppt/slides/slide1544.xml" ContentType="application/vnd.openxmlformats-officedocument.presentationml.slide+xml"/>
  <Override PartName="/ppt/slides/slide1545.xml" ContentType="application/vnd.openxmlformats-officedocument.presentationml.slide+xml"/>
  <Override PartName="/ppt/slides/slide1546.xml" ContentType="application/vnd.openxmlformats-officedocument.presentationml.slide+xml"/>
  <Override PartName="/ppt/slides/slide1547.xml" ContentType="application/vnd.openxmlformats-officedocument.presentationml.slide+xml"/>
  <Override PartName="/ppt/slides/slide1548.xml" ContentType="application/vnd.openxmlformats-officedocument.presentationml.slide+xml"/>
  <Override PartName="/ppt/slides/slide1549.xml" ContentType="application/vnd.openxmlformats-officedocument.presentationml.slide+xml"/>
  <Override PartName="/ppt/slides/slide155.xml" ContentType="application/vnd.openxmlformats-officedocument.presentationml.slide+xml"/>
  <Override PartName="/ppt/slides/slide1550.xml" ContentType="application/vnd.openxmlformats-officedocument.presentationml.slide+xml"/>
  <Override PartName="/ppt/slides/slide1551.xml" ContentType="application/vnd.openxmlformats-officedocument.presentationml.slide+xml"/>
  <Override PartName="/ppt/slides/slide1552.xml" ContentType="application/vnd.openxmlformats-officedocument.presentationml.slide+xml"/>
  <Override PartName="/ppt/slides/slide1553.xml" ContentType="application/vnd.openxmlformats-officedocument.presentationml.slide+xml"/>
  <Override PartName="/ppt/slides/slide1554.xml" ContentType="application/vnd.openxmlformats-officedocument.presentationml.slide+xml"/>
  <Override PartName="/ppt/slides/slide1555.xml" ContentType="application/vnd.openxmlformats-officedocument.presentationml.slide+xml"/>
  <Override PartName="/ppt/slides/slide1556.xml" ContentType="application/vnd.openxmlformats-officedocument.presentationml.slide+xml"/>
  <Override PartName="/ppt/slides/slide1557.xml" ContentType="application/vnd.openxmlformats-officedocument.presentationml.slide+xml"/>
  <Override PartName="/ppt/slides/slide1558.xml" ContentType="application/vnd.openxmlformats-officedocument.presentationml.slide+xml"/>
  <Override PartName="/ppt/slides/slide1559.xml" ContentType="application/vnd.openxmlformats-officedocument.presentationml.slide+xml"/>
  <Override PartName="/ppt/slides/slide156.xml" ContentType="application/vnd.openxmlformats-officedocument.presentationml.slide+xml"/>
  <Override PartName="/ppt/slides/slide1560.xml" ContentType="application/vnd.openxmlformats-officedocument.presentationml.slide+xml"/>
  <Override PartName="/ppt/slides/slide1561.xml" ContentType="application/vnd.openxmlformats-officedocument.presentationml.slide+xml"/>
  <Override PartName="/ppt/slides/slide1562.xml" ContentType="application/vnd.openxmlformats-officedocument.presentationml.slide+xml"/>
  <Override PartName="/ppt/slides/slide1563.xml" ContentType="application/vnd.openxmlformats-officedocument.presentationml.slide+xml"/>
  <Override PartName="/ppt/slides/slide1564.xml" ContentType="application/vnd.openxmlformats-officedocument.presentationml.slide+xml"/>
  <Override PartName="/ppt/slides/slide1565.xml" ContentType="application/vnd.openxmlformats-officedocument.presentationml.slide+xml"/>
  <Override PartName="/ppt/slides/slide1566.xml" ContentType="application/vnd.openxmlformats-officedocument.presentationml.slide+xml"/>
  <Override PartName="/ppt/slides/slide1567.xml" ContentType="application/vnd.openxmlformats-officedocument.presentationml.slide+xml"/>
  <Override PartName="/ppt/slides/slide1568.xml" ContentType="application/vnd.openxmlformats-officedocument.presentationml.slide+xml"/>
  <Override PartName="/ppt/slides/slide1569.xml" ContentType="application/vnd.openxmlformats-officedocument.presentationml.slide+xml"/>
  <Override PartName="/ppt/slides/slide157.xml" ContentType="application/vnd.openxmlformats-officedocument.presentationml.slide+xml"/>
  <Override PartName="/ppt/slides/slide1570.xml" ContentType="application/vnd.openxmlformats-officedocument.presentationml.slide+xml"/>
  <Override PartName="/ppt/slides/slide1571.xml" ContentType="application/vnd.openxmlformats-officedocument.presentationml.slide+xml"/>
  <Override PartName="/ppt/slides/slide1572.xml" ContentType="application/vnd.openxmlformats-officedocument.presentationml.slide+xml"/>
  <Override PartName="/ppt/slides/slide1573.xml" ContentType="application/vnd.openxmlformats-officedocument.presentationml.slide+xml"/>
  <Override PartName="/ppt/slides/slide1574.xml" ContentType="application/vnd.openxmlformats-officedocument.presentationml.slide+xml"/>
  <Override PartName="/ppt/slides/slide1575.xml" ContentType="application/vnd.openxmlformats-officedocument.presentationml.slide+xml"/>
  <Override PartName="/ppt/slides/slide1576.xml" ContentType="application/vnd.openxmlformats-officedocument.presentationml.slide+xml"/>
  <Override PartName="/ppt/slides/slide1577.xml" ContentType="application/vnd.openxmlformats-officedocument.presentationml.slide+xml"/>
  <Override PartName="/ppt/slides/slide1578.xml" ContentType="application/vnd.openxmlformats-officedocument.presentationml.slide+xml"/>
  <Override PartName="/ppt/slides/slide1579.xml" ContentType="application/vnd.openxmlformats-officedocument.presentationml.slide+xml"/>
  <Override PartName="/ppt/slides/slide158.xml" ContentType="application/vnd.openxmlformats-officedocument.presentationml.slide+xml"/>
  <Override PartName="/ppt/slides/slide1580.xml" ContentType="application/vnd.openxmlformats-officedocument.presentationml.slide+xml"/>
  <Override PartName="/ppt/slides/slide1581.xml" ContentType="application/vnd.openxmlformats-officedocument.presentationml.slide+xml"/>
  <Override PartName="/ppt/slides/slide1582.xml" ContentType="application/vnd.openxmlformats-officedocument.presentationml.slide+xml"/>
  <Override PartName="/ppt/slides/slide1583.xml" ContentType="application/vnd.openxmlformats-officedocument.presentationml.slide+xml"/>
  <Override PartName="/ppt/slides/slide1584.xml" ContentType="application/vnd.openxmlformats-officedocument.presentationml.slide+xml"/>
  <Override PartName="/ppt/slides/slide1585.xml" ContentType="application/vnd.openxmlformats-officedocument.presentationml.slide+xml"/>
  <Override PartName="/ppt/slides/slide1586.xml" ContentType="application/vnd.openxmlformats-officedocument.presentationml.slide+xml"/>
  <Override PartName="/ppt/slides/slide1587.xml" ContentType="application/vnd.openxmlformats-officedocument.presentationml.slide+xml"/>
  <Override PartName="/ppt/slides/slide1588.xml" ContentType="application/vnd.openxmlformats-officedocument.presentationml.slide+xml"/>
  <Override PartName="/ppt/slides/slide1589.xml" ContentType="application/vnd.openxmlformats-officedocument.presentationml.slide+xml"/>
  <Override PartName="/ppt/slides/slide159.xml" ContentType="application/vnd.openxmlformats-officedocument.presentationml.slide+xml"/>
  <Override PartName="/ppt/slides/slide1590.xml" ContentType="application/vnd.openxmlformats-officedocument.presentationml.slide+xml"/>
  <Override PartName="/ppt/slides/slide1591.xml" ContentType="application/vnd.openxmlformats-officedocument.presentationml.slide+xml"/>
  <Override PartName="/ppt/slides/slide1592.xml" ContentType="application/vnd.openxmlformats-officedocument.presentationml.slide+xml"/>
  <Override PartName="/ppt/slides/slide1593.xml" ContentType="application/vnd.openxmlformats-officedocument.presentationml.slide+xml"/>
  <Override PartName="/ppt/slides/slide1594.xml" ContentType="application/vnd.openxmlformats-officedocument.presentationml.slide+xml"/>
  <Override PartName="/ppt/slides/slide1595.xml" ContentType="application/vnd.openxmlformats-officedocument.presentationml.slide+xml"/>
  <Override PartName="/ppt/slides/slide1596.xml" ContentType="application/vnd.openxmlformats-officedocument.presentationml.slide+xml"/>
  <Override PartName="/ppt/slides/slide1597.xml" ContentType="application/vnd.openxmlformats-officedocument.presentationml.slide+xml"/>
  <Override PartName="/ppt/slides/slide1598.xml" ContentType="application/vnd.openxmlformats-officedocument.presentationml.slide+xml"/>
  <Override PartName="/ppt/slides/slide159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00.xml" ContentType="application/vnd.openxmlformats-officedocument.presentationml.slide+xml"/>
  <Override PartName="/ppt/slides/slide1601.xml" ContentType="application/vnd.openxmlformats-officedocument.presentationml.slide+xml"/>
  <Override PartName="/ppt/slides/slide1602.xml" ContentType="application/vnd.openxmlformats-officedocument.presentationml.slide+xml"/>
  <Override PartName="/ppt/slides/slide1603.xml" ContentType="application/vnd.openxmlformats-officedocument.presentationml.slide+xml"/>
  <Override PartName="/ppt/slides/slide1604.xml" ContentType="application/vnd.openxmlformats-officedocument.presentationml.slide+xml"/>
  <Override PartName="/ppt/slides/slide1605.xml" ContentType="application/vnd.openxmlformats-officedocument.presentationml.slide+xml"/>
  <Override PartName="/ppt/slides/slide1606.xml" ContentType="application/vnd.openxmlformats-officedocument.presentationml.slide+xml"/>
  <Override PartName="/ppt/slides/slide1607.xml" ContentType="application/vnd.openxmlformats-officedocument.presentationml.slide+xml"/>
  <Override PartName="/ppt/slides/slide1608.xml" ContentType="application/vnd.openxmlformats-officedocument.presentationml.slide+xml"/>
  <Override PartName="/ppt/slides/slide1609.xml" ContentType="application/vnd.openxmlformats-officedocument.presentationml.slide+xml"/>
  <Override PartName="/ppt/slides/slide161.xml" ContentType="application/vnd.openxmlformats-officedocument.presentationml.slide+xml"/>
  <Override PartName="/ppt/slides/slide1610.xml" ContentType="application/vnd.openxmlformats-officedocument.presentationml.slide+xml"/>
  <Override PartName="/ppt/slides/slide1611.xml" ContentType="application/vnd.openxmlformats-officedocument.presentationml.slide+xml"/>
  <Override PartName="/ppt/slides/slide1612.xml" ContentType="application/vnd.openxmlformats-officedocument.presentationml.slide+xml"/>
  <Override PartName="/ppt/slides/slide1613.xml" ContentType="application/vnd.openxmlformats-officedocument.presentationml.slide+xml"/>
  <Override PartName="/ppt/slides/slide1614.xml" ContentType="application/vnd.openxmlformats-officedocument.presentationml.slide+xml"/>
  <Override PartName="/ppt/slides/slide1615.xml" ContentType="application/vnd.openxmlformats-officedocument.presentationml.slide+xml"/>
  <Override PartName="/ppt/slides/slide1616.xml" ContentType="application/vnd.openxmlformats-officedocument.presentationml.slide+xml"/>
  <Override PartName="/ppt/slides/slide1617.xml" ContentType="application/vnd.openxmlformats-officedocument.presentationml.slide+xml"/>
  <Override PartName="/ppt/slides/slide1618.xml" ContentType="application/vnd.openxmlformats-officedocument.presentationml.slide+xml"/>
  <Override PartName="/ppt/slides/slide1619.xml" ContentType="application/vnd.openxmlformats-officedocument.presentationml.slide+xml"/>
  <Override PartName="/ppt/slides/slide162.xml" ContentType="application/vnd.openxmlformats-officedocument.presentationml.slide+xml"/>
  <Override PartName="/ppt/slides/slide1620.xml" ContentType="application/vnd.openxmlformats-officedocument.presentationml.slide+xml"/>
  <Override PartName="/ppt/slides/slide1621.xml" ContentType="application/vnd.openxmlformats-officedocument.presentationml.slide+xml"/>
  <Override PartName="/ppt/slides/slide1622.xml" ContentType="application/vnd.openxmlformats-officedocument.presentationml.slide+xml"/>
  <Override PartName="/ppt/slides/slide1623.xml" ContentType="application/vnd.openxmlformats-officedocument.presentationml.slide+xml"/>
  <Override PartName="/ppt/slides/slide1624.xml" ContentType="application/vnd.openxmlformats-officedocument.presentationml.slide+xml"/>
  <Override PartName="/ppt/slides/slide1625.xml" ContentType="application/vnd.openxmlformats-officedocument.presentationml.slide+xml"/>
  <Override PartName="/ppt/slides/slide1626.xml" ContentType="application/vnd.openxmlformats-officedocument.presentationml.slide+xml"/>
  <Override PartName="/ppt/slides/slide1627.xml" ContentType="application/vnd.openxmlformats-officedocument.presentationml.slide+xml"/>
  <Override PartName="/ppt/slides/slide1628.xml" ContentType="application/vnd.openxmlformats-officedocument.presentationml.slide+xml"/>
  <Override PartName="/ppt/slides/slide1629.xml" ContentType="application/vnd.openxmlformats-officedocument.presentationml.slide+xml"/>
  <Override PartName="/ppt/slides/slide163.xml" ContentType="application/vnd.openxmlformats-officedocument.presentationml.slide+xml"/>
  <Override PartName="/ppt/slides/slide1630.xml" ContentType="application/vnd.openxmlformats-officedocument.presentationml.slide+xml"/>
  <Override PartName="/ppt/slides/slide1631.xml" ContentType="application/vnd.openxmlformats-officedocument.presentationml.slide+xml"/>
  <Override PartName="/ppt/slides/slide1632.xml" ContentType="application/vnd.openxmlformats-officedocument.presentationml.slide+xml"/>
  <Override PartName="/ppt/slides/slide1633.xml" ContentType="application/vnd.openxmlformats-officedocument.presentationml.slide+xml"/>
  <Override PartName="/ppt/slides/slide1634.xml" ContentType="application/vnd.openxmlformats-officedocument.presentationml.slide+xml"/>
  <Override PartName="/ppt/slides/slide1635.xml" ContentType="application/vnd.openxmlformats-officedocument.presentationml.slide+xml"/>
  <Override PartName="/ppt/slides/slide1636.xml" ContentType="application/vnd.openxmlformats-officedocument.presentationml.slide+xml"/>
  <Override PartName="/ppt/slides/slide1637.xml" ContentType="application/vnd.openxmlformats-officedocument.presentationml.slide+xml"/>
  <Override PartName="/ppt/slides/slide1638.xml" ContentType="application/vnd.openxmlformats-officedocument.presentationml.slide+xml"/>
  <Override PartName="/ppt/slides/slide1639.xml" ContentType="application/vnd.openxmlformats-officedocument.presentationml.slide+xml"/>
  <Override PartName="/ppt/slides/slide164.xml" ContentType="application/vnd.openxmlformats-officedocument.presentationml.slide+xml"/>
  <Override PartName="/ppt/slides/slide1640.xml" ContentType="application/vnd.openxmlformats-officedocument.presentationml.slide+xml"/>
  <Override PartName="/ppt/slides/slide1641.xml" ContentType="application/vnd.openxmlformats-officedocument.presentationml.slide+xml"/>
  <Override PartName="/ppt/slides/slide1642.xml" ContentType="application/vnd.openxmlformats-officedocument.presentationml.slide+xml"/>
  <Override PartName="/ppt/slides/slide1643.xml" ContentType="application/vnd.openxmlformats-officedocument.presentationml.slide+xml"/>
  <Override PartName="/ppt/slides/slide1644.xml" ContentType="application/vnd.openxmlformats-officedocument.presentationml.slide+xml"/>
  <Override PartName="/ppt/slides/slide1645.xml" ContentType="application/vnd.openxmlformats-officedocument.presentationml.slide+xml"/>
  <Override PartName="/ppt/slides/slide1646.xml" ContentType="application/vnd.openxmlformats-officedocument.presentationml.slide+xml"/>
  <Override PartName="/ppt/slides/slide1647.xml" ContentType="application/vnd.openxmlformats-officedocument.presentationml.slide+xml"/>
  <Override PartName="/ppt/slides/slide1648.xml" ContentType="application/vnd.openxmlformats-officedocument.presentationml.slide+xml"/>
  <Override PartName="/ppt/slides/slide1649.xml" ContentType="application/vnd.openxmlformats-officedocument.presentationml.slide+xml"/>
  <Override PartName="/ppt/slides/slide165.xml" ContentType="application/vnd.openxmlformats-officedocument.presentationml.slide+xml"/>
  <Override PartName="/ppt/slides/slide1650.xml" ContentType="application/vnd.openxmlformats-officedocument.presentationml.slide+xml"/>
  <Override PartName="/ppt/slides/slide1651.xml" ContentType="application/vnd.openxmlformats-officedocument.presentationml.slide+xml"/>
  <Override PartName="/ppt/slides/slide1652.xml" ContentType="application/vnd.openxmlformats-officedocument.presentationml.slide+xml"/>
  <Override PartName="/ppt/slides/slide1653.xml" ContentType="application/vnd.openxmlformats-officedocument.presentationml.slide+xml"/>
  <Override PartName="/ppt/slides/slide1654.xml" ContentType="application/vnd.openxmlformats-officedocument.presentationml.slide+xml"/>
  <Override PartName="/ppt/slides/slide1655.xml" ContentType="application/vnd.openxmlformats-officedocument.presentationml.slide+xml"/>
  <Override PartName="/ppt/slides/slide1656.xml" ContentType="application/vnd.openxmlformats-officedocument.presentationml.slide+xml"/>
  <Override PartName="/ppt/slides/slide1657.xml" ContentType="application/vnd.openxmlformats-officedocument.presentationml.slide+xml"/>
  <Override PartName="/ppt/slides/slide1658.xml" ContentType="application/vnd.openxmlformats-officedocument.presentationml.slide+xml"/>
  <Override PartName="/ppt/slides/slide1659.xml" ContentType="application/vnd.openxmlformats-officedocument.presentationml.slide+xml"/>
  <Override PartName="/ppt/slides/slide166.xml" ContentType="application/vnd.openxmlformats-officedocument.presentationml.slide+xml"/>
  <Override PartName="/ppt/slides/slide1660.xml" ContentType="application/vnd.openxmlformats-officedocument.presentationml.slide+xml"/>
  <Override PartName="/ppt/slides/slide1661.xml" ContentType="application/vnd.openxmlformats-officedocument.presentationml.slide+xml"/>
  <Override PartName="/ppt/slides/slide1662.xml" ContentType="application/vnd.openxmlformats-officedocument.presentationml.slide+xml"/>
  <Override PartName="/ppt/slides/slide1663.xml" ContentType="application/vnd.openxmlformats-officedocument.presentationml.slide+xml"/>
  <Override PartName="/ppt/slides/slide1664.xml" ContentType="application/vnd.openxmlformats-officedocument.presentationml.slide+xml"/>
  <Override PartName="/ppt/slides/slide1665.xml" ContentType="application/vnd.openxmlformats-officedocument.presentationml.slide+xml"/>
  <Override PartName="/ppt/slides/slide1666.xml" ContentType="application/vnd.openxmlformats-officedocument.presentationml.slide+xml"/>
  <Override PartName="/ppt/slides/slide1667.xml" ContentType="application/vnd.openxmlformats-officedocument.presentationml.slide+xml"/>
  <Override PartName="/ppt/slides/slide1668.xml" ContentType="application/vnd.openxmlformats-officedocument.presentationml.slide+xml"/>
  <Override PartName="/ppt/slides/slide1669.xml" ContentType="application/vnd.openxmlformats-officedocument.presentationml.slide+xml"/>
  <Override PartName="/ppt/slides/slide167.xml" ContentType="application/vnd.openxmlformats-officedocument.presentationml.slide+xml"/>
  <Override PartName="/ppt/slides/slide1670.xml" ContentType="application/vnd.openxmlformats-officedocument.presentationml.slide+xml"/>
  <Override PartName="/ppt/slides/slide1671.xml" ContentType="application/vnd.openxmlformats-officedocument.presentationml.slide+xml"/>
  <Override PartName="/ppt/slides/slide1672.xml" ContentType="application/vnd.openxmlformats-officedocument.presentationml.slide+xml"/>
  <Override PartName="/ppt/slides/slide1673.xml" ContentType="application/vnd.openxmlformats-officedocument.presentationml.slide+xml"/>
  <Override PartName="/ppt/slides/slide1674.xml" ContentType="application/vnd.openxmlformats-officedocument.presentationml.slide+xml"/>
  <Override PartName="/ppt/slides/slide1675.xml" ContentType="application/vnd.openxmlformats-officedocument.presentationml.slide+xml"/>
  <Override PartName="/ppt/slides/slide1676.xml" ContentType="application/vnd.openxmlformats-officedocument.presentationml.slide+xml"/>
  <Override PartName="/ppt/slides/slide1677.xml" ContentType="application/vnd.openxmlformats-officedocument.presentationml.slide+xml"/>
  <Override PartName="/ppt/slides/slide1678.xml" ContentType="application/vnd.openxmlformats-officedocument.presentationml.slide+xml"/>
  <Override PartName="/ppt/slides/slide1679.xml" ContentType="application/vnd.openxmlformats-officedocument.presentationml.slide+xml"/>
  <Override PartName="/ppt/slides/slide168.xml" ContentType="application/vnd.openxmlformats-officedocument.presentationml.slide+xml"/>
  <Override PartName="/ppt/slides/slide1680.xml" ContentType="application/vnd.openxmlformats-officedocument.presentationml.slide+xml"/>
  <Override PartName="/ppt/slides/slide1681.xml" ContentType="application/vnd.openxmlformats-officedocument.presentationml.slide+xml"/>
  <Override PartName="/ppt/slides/slide1682.xml" ContentType="application/vnd.openxmlformats-officedocument.presentationml.slide+xml"/>
  <Override PartName="/ppt/slides/slide1683.xml" ContentType="application/vnd.openxmlformats-officedocument.presentationml.slide+xml"/>
  <Override PartName="/ppt/slides/slide1684.xml" ContentType="application/vnd.openxmlformats-officedocument.presentationml.slide+xml"/>
  <Override PartName="/ppt/slides/slide1685.xml" ContentType="application/vnd.openxmlformats-officedocument.presentationml.slide+xml"/>
  <Override PartName="/ppt/slides/slide1686.xml" ContentType="application/vnd.openxmlformats-officedocument.presentationml.slide+xml"/>
  <Override PartName="/ppt/slides/slide1687.xml" ContentType="application/vnd.openxmlformats-officedocument.presentationml.slide+xml"/>
  <Override PartName="/ppt/slides/slide1688.xml" ContentType="application/vnd.openxmlformats-officedocument.presentationml.slide+xml"/>
  <Override PartName="/ppt/slides/slide1689.xml" ContentType="application/vnd.openxmlformats-officedocument.presentationml.slide+xml"/>
  <Override PartName="/ppt/slides/slide169.xml" ContentType="application/vnd.openxmlformats-officedocument.presentationml.slide+xml"/>
  <Override PartName="/ppt/slides/slide1690.xml" ContentType="application/vnd.openxmlformats-officedocument.presentationml.slide+xml"/>
  <Override PartName="/ppt/slides/slide1691.xml" ContentType="application/vnd.openxmlformats-officedocument.presentationml.slide+xml"/>
  <Override PartName="/ppt/slides/slide1692.xml" ContentType="application/vnd.openxmlformats-officedocument.presentationml.slide+xml"/>
  <Override PartName="/ppt/slides/slide1693.xml" ContentType="application/vnd.openxmlformats-officedocument.presentationml.slide+xml"/>
  <Override PartName="/ppt/slides/slide1694.xml" ContentType="application/vnd.openxmlformats-officedocument.presentationml.slide+xml"/>
  <Override PartName="/ppt/slides/slide1695.xml" ContentType="application/vnd.openxmlformats-officedocument.presentationml.slide+xml"/>
  <Override PartName="/ppt/slides/slide1696.xml" ContentType="application/vnd.openxmlformats-officedocument.presentationml.slide+xml"/>
  <Override PartName="/ppt/slides/slide1697.xml" ContentType="application/vnd.openxmlformats-officedocument.presentationml.slide+xml"/>
  <Override PartName="/ppt/slides/slide1698.xml" ContentType="application/vnd.openxmlformats-officedocument.presentationml.slide+xml"/>
  <Override PartName="/ppt/slides/slide169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00.xml" ContentType="application/vnd.openxmlformats-officedocument.presentationml.slide+xml"/>
  <Override PartName="/ppt/slides/slide1701.xml" ContentType="application/vnd.openxmlformats-officedocument.presentationml.slide+xml"/>
  <Override PartName="/ppt/slides/slide1702.xml" ContentType="application/vnd.openxmlformats-officedocument.presentationml.slide+xml"/>
  <Override PartName="/ppt/slides/slide1703.xml" ContentType="application/vnd.openxmlformats-officedocument.presentationml.slide+xml"/>
  <Override PartName="/ppt/slides/slide1704.xml" ContentType="application/vnd.openxmlformats-officedocument.presentationml.slide+xml"/>
  <Override PartName="/ppt/slides/slide1705.xml" ContentType="application/vnd.openxmlformats-officedocument.presentationml.slide+xml"/>
  <Override PartName="/ppt/slides/slide1706.xml" ContentType="application/vnd.openxmlformats-officedocument.presentationml.slide+xml"/>
  <Override PartName="/ppt/slides/slide1707.xml" ContentType="application/vnd.openxmlformats-officedocument.presentationml.slide+xml"/>
  <Override PartName="/ppt/slides/slide1708.xml" ContentType="application/vnd.openxmlformats-officedocument.presentationml.slide+xml"/>
  <Override PartName="/ppt/slides/slide1709.xml" ContentType="application/vnd.openxmlformats-officedocument.presentationml.slide+xml"/>
  <Override PartName="/ppt/slides/slide171.xml" ContentType="application/vnd.openxmlformats-officedocument.presentationml.slide+xml"/>
  <Override PartName="/ppt/slides/slide1710.xml" ContentType="application/vnd.openxmlformats-officedocument.presentationml.slide+xml"/>
  <Override PartName="/ppt/slides/slide1711.xml" ContentType="application/vnd.openxmlformats-officedocument.presentationml.slide+xml"/>
  <Override PartName="/ppt/slides/slide1712.xml" ContentType="application/vnd.openxmlformats-officedocument.presentationml.slide+xml"/>
  <Override PartName="/ppt/slides/slide1713.xml" ContentType="application/vnd.openxmlformats-officedocument.presentationml.slide+xml"/>
  <Override PartName="/ppt/slides/slide1714.xml" ContentType="application/vnd.openxmlformats-officedocument.presentationml.slide+xml"/>
  <Override PartName="/ppt/slides/slide1715.xml" ContentType="application/vnd.openxmlformats-officedocument.presentationml.slide+xml"/>
  <Override PartName="/ppt/slides/slide1716.xml" ContentType="application/vnd.openxmlformats-officedocument.presentationml.slide+xml"/>
  <Override PartName="/ppt/slides/slide1717.xml" ContentType="application/vnd.openxmlformats-officedocument.presentationml.slide+xml"/>
  <Override PartName="/ppt/slides/slide1718.xml" ContentType="application/vnd.openxmlformats-officedocument.presentationml.slide+xml"/>
  <Override PartName="/ppt/slides/slide1719.xml" ContentType="application/vnd.openxmlformats-officedocument.presentationml.slide+xml"/>
  <Override PartName="/ppt/slides/slide172.xml" ContentType="application/vnd.openxmlformats-officedocument.presentationml.slide+xml"/>
  <Override PartName="/ppt/slides/slide1720.xml" ContentType="application/vnd.openxmlformats-officedocument.presentationml.slide+xml"/>
  <Override PartName="/ppt/slides/slide1721.xml" ContentType="application/vnd.openxmlformats-officedocument.presentationml.slide+xml"/>
  <Override PartName="/ppt/slides/slide1722.xml" ContentType="application/vnd.openxmlformats-officedocument.presentationml.slide+xml"/>
  <Override PartName="/ppt/slides/slide1723.xml" ContentType="application/vnd.openxmlformats-officedocument.presentationml.slide+xml"/>
  <Override PartName="/ppt/slides/slide1724.xml" ContentType="application/vnd.openxmlformats-officedocument.presentationml.slide+xml"/>
  <Override PartName="/ppt/slides/slide1725.xml" ContentType="application/vnd.openxmlformats-officedocument.presentationml.slide+xml"/>
  <Override PartName="/ppt/slides/slide1726.xml" ContentType="application/vnd.openxmlformats-officedocument.presentationml.slide+xml"/>
  <Override PartName="/ppt/slides/slide1727.xml" ContentType="application/vnd.openxmlformats-officedocument.presentationml.slide+xml"/>
  <Override PartName="/ppt/slides/slide1728.xml" ContentType="application/vnd.openxmlformats-officedocument.presentationml.slide+xml"/>
  <Override PartName="/ppt/slides/slide1729.xml" ContentType="application/vnd.openxmlformats-officedocument.presentationml.slide+xml"/>
  <Override PartName="/ppt/slides/slide173.xml" ContentType="application/vnd.openxmlformats-officedocument.presentationml.slide+xml"/>
  <Override PartName="/ppt/slides/slide1730.xml" ContentType="application/vnd.openxmlformats-officedocument.presentationml.slide+xml"/>
  <Override PartName="/ppt/slides/slide1731.xml" ContentType="application/vnd.openxmlformats-officedocument.presentationml.slide+xml"/>
  <Override PartName="/ppt/slides/slide1732.xml" ContentType="application/vnd.openxmlformats-officedocument.presentationml.slide+xml"/>
  <Override PartName="/ppt/slides/slide1733.xml" ContentType="application/vnd.openxmlformats-officedocument.presentationml.slide+xml"/>
  <Override PartName="/ppt/slides/slide1734.xml" ContentType="application/vnd.openxmlformats-officedocument.presentationml.slide+xml"/>
  <Override PartName="/ppt/slides/slide1735.xml" ContentType="application/vnd.openxmlformats-officedocument.presentationml.slide+xml"/>
  <Override PartName="/ppt/slides/slide1736.xml" ContentType="application/vnd.openxmlformats-officedocument.presentationml.slide+xml"/>
  <Override PartName="/ppt/slides/slide1737.xml" ContentType="application/vnd.openxmlformats-officedocument.presentationml.slide+xml"/>
  <Override PartName="/ppt/slides/slide1738.xml" ContentType="application/vnd.openxmlformats-officedocument.presentationml.slide+xml"/>
  <Override PartName="/ppt/slides/slide1739.xml" ContentType="application/vnd.openxmlformats-officedocument.presentationml.slide+xml"/>
  <Override PartName="/ppt/slides/slide174.xml" ContentType="application/vnd.openxmlformats-officedocument.presentationml.slide+xml"/>
  <Override PartName="/ppt/slides/slide1740.xml" ContentType="application/vnd.openxmlformats-officedocument.presentationml.slide+xml"/>
  <Override PartName="/ppt/slides/slide1741.xml" ContentType="application/vnd.openxmlformats-officedocument.presentationml.slide+xml"/>
  <Override PartName="/ppt/slides/slide1742.xml" ContentType="application/vnd.openxmlformats-officedocument.presentationml.slide+xml"/>
  <Override PartName="/ppt/slides/slide1743.xml" ContentType="application/vnd.openxmlformats-officedocument.presentationml.slide+xml"/>
  <Override PartName="/ppt/slides/slide1744.xml" ContentType="application/vnd.openxmlformats-officedocument.presentationml.slide+xml"/>
  <Override PartName="/ppt/slides/slide1745.xml" ContentType="application/vnd.openxmlformats-officedocument.presentationml.slide+xml"/>
  <Override PartName="/ppt/slides/slide1746.xml" ContentType="application/vnd.openxmlformats-officedocument.presentationml.slide+xml"/>
  <Override PartName="/ppt/slides/slide1747.xml" ContentType="application/vnd.openxmlformats-officedocument.presentationml.slide+xml"/>
  <Override PartName="/ppt/slides/slide1748.xml" ContentType="application/vnd.openxmlformats-officedocument.presentationml.slide+xml"/>
  <Override PartName="/ppt/slides/slide1749.xml" ContentType="application/vnd.openxmlformats-officedocument.presentationml.slide+xml"/>
  <Override PartName="/ppt/slides/slide175.xml" ContentType="application/vnd.openxmlformats-officedocument.presentationml.slide+xml"/>
  <Override PartName="/ppt/slides/slide1750.xml" ContentType="application/vnd.openxmlformats-officedocument.presentationml.slide+xml"/>
  <Override PartName="/ppt/slides/slide1751.xml" ContentType="application/vnd.openxmlformats-officedocument.presentationml.slide+xml"/>
  <Override PartName="/ppt/slides/slide1752.xml" ContentType="application/vnd.openxmlformats-officedocument.presentationml.slide+xml"/>
  <Override PartName="/ppt/slides/slide1753.xml" ContentType="application/vnd.openxmlformats-officedocument.presentationml.slide+xml"/>
  <Override PartName="/ppt/slides/slide1754.xml" ContentType="application/vnd.openxmlformats-officedocument.presentationml.slide+xml"/>
  <Override PartName="/ppt/slides/slide1755.xml" ContentType="application/vnd.openxmlformats-officedocument.presentationml.slide+xml"/>
  <Override PartName="/ppt/slides/slide1756.xml" ContentType="application/vnd.openxmlformats-officedocument.presentationml.slide+xml"/>
  <Override PartName="/ppt/slides/slide1757.xml" ContentType="application/vnd.openxmlformats-officedocument.presentationml.slide+xml"/>
  <Override PartName="/ppt/slides/slide1758.xml" ContentType="application/vnd.openxmlformats-officedocument.presentationml.slide+xml"/>
  <Override PartName="/ppt/slides/slide1759.xml" ContentType="application/vnd.openxmlformats-officedocument.presentationml.slide+xml"/>
  <Override PartName="/ppt/slides/slide176.xml" ContentType="application/vnd.openxmlformats-officedocument.presentationml.slide+xml"/>
  <Override PartName="/ppt/slides/slide1760.xml" ContentType="application/vnd.openxmlformats-officedocument.presentationml.slide+xml"/>
  <Override PartName="/ppt/slides/slide1761.xml" ContentType="application/vnd.openxmlformats-officedocument.presentationml.slide+xml"/>
  <Override PartName="/ppt/slides/slide1762.xml" ContentType="application/vnd.openxmlformats-officedocument.presentationml.slide+xml"/>
  <Override PartName="/ppt/slides/slide1763.xml" ContentType="application/vnd.openxmlformats-officedocument.presentationml.slide+xml"/>
  <Override PartName="/ppt/slides/slide1764.xml" ContentType="application/vnd.openxmlformats-officedocument.presentationml.slide+xml"/>
  <Override PartName="/ppt/slides/slide1765.xml" ContentType="application/vnd.openxmlformats-officedocument.presentationml.slide+xml"/>
  <Override PartName="/ppt/slides/slide1766.xml" ContentType="application/vnd.openxmlformats-officedocument.presentationml.slide+xml"/>
  <Override PartName="/ppt/slides/slide1767.xml" ContentType="application/vnd.openxmlformats-officedocument.presentationml.slide+xml"/>
  <Override PartName="/ppt/slides/slide1768.xml" ContentType="application/vnd.openxmlformats-officedocument.presentationml.slide+xml"/>
  <Override PartName="/ppt/slides/slide1769.xml" ContentType="application/vnd.openxmlformats-officedocument.presentationml.slide+xml"/>
  <Override PartName="/ppt/slides/slide177.xml" ContentType="application/vnd.openxmlformats-officedocument.presentationml.slide+xml"/>
  <Override PartName="/ppt/slides/slide1770.xml" ContentType="application/vnd.openxmlformats-officedocument.presentationml.slide+xml"/>
  <Override PartName="/ppt/slides/slide1771.xml" ContentType="application/vnd.openxmlformats-officedocument.presentationml.slide+xml"/>
  <Override PartName="/ppt/slides/slide1772.xml" ContentType="application/vnd.openxmlformats-officedocument.presentationml.slide+xml"/>
  <Override PartName="/ppt/slides/slide1773.xml" ContentType="application/vnd.openxmlformats-officedocument.presentationml.slide+xml"/>
  <Override PartName="/ppt/slides/slide1774.xml" ContentType="application/vnd.openxmlformats-officedocument.presentationml.slide+xml"/>
  <Override PartName="/ppt/slides/slide1775.xml" ContentType="application/vnd.openxmlformats-officedocument.presentationml.slide+xml"/>
  <Override PartName="/ppt/slides/slide1776.xml" ContentType="application/vnd.openxmlformats-officedocument.presentationml.slide+xml"/>
  <Override PartName="/ppt/slides/slide1777.xml" ContentType="application/vnd.openxmlformats-officedocument.presentationml.slide+xml"/>
  <Override PartName="/ppt/slides/slide1778.xml" ContentType="application/vnd.openxmlformats-officedocument.presentationml.slide+xml"/>
  <Override PartName="/ppt/slides/slide1779.xml" ContentType="application/vnd.openxmlformats-officedocument.presentationml.slide+xml"/>
  <Override PartName="/ppt/slides/slide178.xml" ContentType="application/vnd.openxmlformats-officedocument.presentationml.slide+xml"/>
  <Override PartName="/ppt/slides/slide1780.xml" ContentType="application/vnd.openxmlformats-officedocument.presentationml.slide+xml"/>
  <Override PartName="/ppt/slides/slide1781.xml" ContentType="application/vnd.openxmlformats-officedocument.presentationml.slide+xml"/>
  <Override PartName="/ppt/slides/slide1782.xml" ContentType="application/vnd.openxmlformats-officedocument.presentationml.slide+xml"/>
  <Override PartName="/ppt/slides/slide1783.xml" ContentType="application/vnd.openxmlformats-officedocument.presentationml.slide+xml"/>
  <Override PartName="/ppt/slides/slide1784.xml" ContentType="application/vnd.openxmlformats-officedocument.presentationml.slide+xml"/>
  <Override PartName="/ppt/slides/slide1785.xml" ContentType="application/vnd.openxmlformats-officedocument.presentationml.slide+xml"/>
  <Override PartName="/ppt/slides/slide1786.xml" ContentType="application/vnd.openxmlformats-officedocument.presentationml.slide+xml"/>
  <Override PartName="/ppt/slides/slide1787.xml" ContentType="application/vnd.openxmlformats-officedocument.presentationml.slide+xml"/>
  <Override PartName="/ppt/slides/slide1788.xml" ContentType="application/vnd.openxmlformats-officedocument.presentationml.slide+xml"/>
  <Override PartName="/ppt/slides/slide1789.xml" ContentType="application/vnd.openxmlformats-officedocument.presentationml.slide+xml"/>
  <Override PartName="/ppt/slides/slide179.xml" ContentType="application/vnd.openxmlformats-officedocument.presentationml.slide+xml"/>
  <Override PartName="/ppt/slides/slide1790.xml" ContentType="application/vnd.openxmlformats-officedocument.presentationml.slide+xml"/>
  <Override PartName="/ppt/slides/slide1791.xml" ContentType="application/vnd.openxmlformats-officedocument.presentationml.slide+xml"/>
  <Override PartName="/ppt/slides/slide1792.xml" ContentType="application/vnd.openxmlformats-officedocument.presentationml.slide+xml"/>
  <Override PartName="/ppt/slides/slide1793.xml" ContentType="application/vnd.openxmlformats-officedocument.presentationml.slide+xml"/>
  <Override PartName="/ppt/slides/slide1794.xml" ContentType="application/vnd.openxmlformats-officedocument.presentationml.slide+xml"/>
  <Override PartName="/ppt/slides/slide1795.xml" ContentType="application/vnd.openxmlformats-officedocument.presentationml.slide+xml"/>
  <Override PartName="/ppt/slides/slide1796.xml" ContentType="application/vnd.openxmlformats-officedocument.presentationml.slide+xml"/>
  <Override PartName="/ppt/slides/slide1797.xml" ContentType="application/vnd.openxmlformats-officedocument.presentationml.slide+xml"/>
  <Override PartName="/ppt/slides/slide1798.xml" ContentType="application/vnd.openxmlformats-officedocument.presentationml.slide+xml"/>
  <Override PartName="/ppt/slides/slide179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00.xml" ContentType="application/vnd.openxmlformats-officedocument.presentationml.slide+xml"/>
  <Override PartName="/ppt/slides/slide1801.xml" ContentType="application/vnd.openxmlformats-officedocument.presentationml.slide+xml"/>
  <Override PartName="/ppt/slides/slide1802.xml" ContentType="application/vnd.openxmlformats-officedocument.presentationml.slide+xml"/>
  <Override PartName="/ppt/slides/slide1803.xml" ContentType="application/vnd.openxmlformats-officedocument.presentationml.slide+xml"/>
  <Override PartName="/ppt/slides/slide1804.xml" ContentType="application/vnd.openxmlformats-officedocument.presentationml.slide+xml"/>
  <Override PartName="/ppt/slides/slide1805.xml" ContentType="application/vnd.openxmlformats-officedocument.presentationml.slide+xml"/>
  <Override PartName="/ppt/slides/slide1806.xml" ContentType="application/vnd.openxmlformats-officedocument.presentationml.slide+xml"/>
  <Override PartName="/ppt/slides/slide1807.xml" ContentType="application/vnd.openxmlformats-officedocument.presentationml.slide+xml"/>
  <Override PartName="/ppt/slides/slide1808.xml" ContentType="application/vnd.openxmlformats-officedocument.presentationml.slide+xml"/>
  <Override PartName="/ppt/slides/slide1809.xml" ContentType="application/vnd.openxmlformats-officedocument.presentationml.slide+xml"/>
  <Override PartName="/ppt/slides/slide181.xml" ContentType="application/vnd.openxmlformats-officedocument.presentationml.slide+xml"/>
  <Override PartName="/ppt/slides/slide1810.xml" ContentType="application/vnd.openxmlformats-officedocument.presentationml.slide+xml"/>
  <Override PartName="/ppt/slides/slide1811.xml" ContentType="application/vnd.openxmlformats-officedocument.presentationml.slide+xml"/>
  <Override PartName="/ppt/slides/slide1812.xml" ContentType="application/vnd.openxmlformats-officedocument.presentationml.slide+xml"/>
  <Override PartName="/ppt/slides/slide1813.xml" ContentType="application/vnd.openxmlformats-officedocument.presentationml.slide+xml"/>
  <Override PartName="/ppt/slides/slide1814.xml" ContentType="application/vnd.openxmlformats-officedocument.presentationml.slide+xml"/>
  <Override PartName="/ppt/slides/slide1815.xml" ContentType="application/vnd.openxmlformats-officedocument.presentationml.slide+xml"/>
  <Override PartName="/ppt/slides/slide1816.xml" ContentType="application/vnd.openxmlformats-officedocument.presentationml.slide+xml"/>
  <Override PartName="/ppt/slides/slide1817.xml" ContentType="application/vnd.openxmlformats-officedocument.presentationml.slide+xml"/>
  <Override PartName="/ppt/slides/slide1818.xml" ContentType="application/vnd.openxmlformats-officedocument.presentationml.slide+xml"/>
  <Override PartName="/ppt/slides/slide1819.xml" ContentType="application/vnd.openxmlformats-officedocument.presentationml.slide+xml"/>
  <Override PartName="/ppt/slides/slide182.xml" ContentType="application/vnd.openxmlformats-officedocument.presentationml.slide+xml"/>
  <Override PartName="/ppt/slides/slide1820.xml" ContentType="application/vnd.openxmlformats-officedocument.presentationml.slide+xml"/>
  <Override PartName="/ppt/slides/slide1821.xml" ContentType="application/vnd.openxmlformats-officedocument.presentationml.slide+xml"/>
  <Override PartName="/ppt/slides/slide1822.xml" ContentType="application/vnd.openxmlformats-officedocument.presentationml.slide+xml"/>
  <Override PartName="/ppt/slides/slide1823.xml" ContentType="application/vnd.openxmlformats-officedocument.presentationml.slide+xml"/>
  <Override PartName="/ppt/slides/slide1824.xml" ContentType="application/vnd.openxmlformats-officedocument.presentationml.slide+xml"/>
  <Override PartName="/ppt/slides/slide1825.xml" ContentType="application/vnd.openxmlformats-officedocument.presentationml.slide+xml"/>
  <Override PartName="/ppt/slides/slide1826.xml" ContentType="application/vnd.openxmlformats-officedocument.presentationml.slide+xml"/>
  <Override PartName="/ppt/slides/slide1827.xml" ContentType="application/vnd.openxmlformats-officedocument.presentationml.slide+xml"/>
  <Override PartName="/ppt/slides/slide1828.xml" ContentType="application/vnd.openxmlformats-officedocument.presentationml.slide+xml"/>
  <Override PartName="/ppt/slides/slide1829.xml" ContentType="application/vnd.openxmlformats-officedocument.presentationml.slide+xml"/>
  <Override PartName="/ppt/slides/slide183.xml" ContentType="application/vnd.openxmlformats-officedocument.presentationml.slide+xml"/>
  <Override PartName="/ppt/slides/slide1830.xml" ContentType="application/vnd.openxmlformats-officedocument.presentationml.slide+xml"/>
  <Override PartName="/ppt/slides/slide1831.xml" ContentType="application/vnd.openxmlformats-officedocument.presentationml.slide+xml"/>
  <Override PartName="/ppt/slides/slide1832.xml" ContentType="application/vnd.openxmlformats-officedocument.presentationml.slide+xml"/>
  <Override PartName="/ppt/slides/slide1833.xml" ContentType="application/vnd.openxmlformats-officedocument.presentationml.slide+xml"/>
  <Override PartName="/ppt/slides/slide1834.xml" ContentType="application/vnd.openxmlformats-officedocument.presentationml.slide+xml"/>
  <Override PartName="/ppt/slides/slide1835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  <p:sldId id="720" r:id="rId472"/>
    <p:sldId id="721" r:id="rId473"/>
    <p:sldId id="722" r:id="rId474"/>
    <p:sldId id="723" r:id="rId475"/>
    <p:sldId id="724" r:id="rId476"/>
    <p:sldId id="725" r:id="rId477"/>
    <p:sldId id="726" r:id="rId478"/>
    <p:sldId id="727" r:id="rId479"/>
    <p:sldId id="728" r:id="rId480"/>
    <p:sldId id="729" r:id="rId481"/>
    <p:sldId id="730" r:id="rId482"/>
    <p:sldId id="731" r:id="rId483"/>
    <p:sldId id="732" r:id="rId484"/>
    <p:sldId id="733" r:id="rId485"/>
    <p:sldId id="734" r:id="rId486"/>
    <p:sldId id="735" r:id="rId487"/>
    <p:sldId id="736" r:id="rId488"/>
    <p:sldId id="737" r:id="rId489"/>
    <p:sldId id="738" r:id="rId490"/>
    <p:sldId id="739" r:id="rId491"/>
    <p:sldId id="740" r:id="rId492"/>
    <p:sldId id="741" r:id="rId493"/>
    <p:sldId id="742" r:id="rId494"/>
    <p:sldId id="743" r:id="rId495"/>
    <p:sldId id="744" r:id="rId496"/>
    <p:sldId id="745" r:id="rId497"/>
    <p:sldId id="746" r:id="rId498"/>
    <p:sldId id="747" r:id="rId499"/>
    <p:sldId id="748" r:id="rId500"/>
    <p:sldId id="749" r:id="rId501"/>
    <p:sldId id="750" r:id="rId502"/>
    <p:sldId id="751" r:id="rId503"/>
    <p:sldId id="752" r:id="rId504"/>
    <p:sldId id="753" r:id="rId505"/>
    <p:sldId id="754" r:id="rId506"/>
    <p:sldId id="755" r:id="rId507"/>
    <p:sldId id="756" r:id="rId508"/>
    <p:sldId id="757" r:id="rId509"/>
    <p:sldId id="758" r:id="rId510"/>
    <p:sldId id="759" r:id="rId511"/>
    <p:sldId id="760" r:id="rId512"/>
    <p:sldId id="761" r:id="rId513"/>
    <p:sldId id="762" r:id="rId514"/>
    <p:sldId id="763" r:id="rId515"/>
    <p:sldId id="764" r:id="rId516"/>
    <p:sldId id="765" r:id="rId517"/>
    <p:sldId id="766" r:id="rId518"/>
    <p:sldId id="767" r:id="rId519"/>
    <p:sldId id="768" r:id="rId520"/>
    <p:sldId id="769" r:id="rId521"/>
    <p:sldId id="770" r:id="rId522"/>
    <p:sldId id="771" r:id="rId523"/>
    <p:sldId id="772" r:id="rId524"/>
    <p:sldId id="773" r:id="rId525"/>
    <p:sldId id="774" r:id="rId526"/>
    <p:sldId id="775" r:id="rId527"/>
    <p:sldId id="776" r:id="rId528"/>
    <p:sldId id="777" r:id="rId529"/>
    <p:sldId id="778" r:id="rId530"/>
    <p:sldId id="779" r:id="rId531"/>
    <p:sldId id="780" r:id="rId532"/>
    <p:sldId id="781" r:id="rId533"/>
    <p:sldId id="782" r:id="rId534"/>
    <p:sldId id="783" r:id="rId535"/>
    <p:sldId id="784" r:id="rId536"/>
    <p:sldId id="785" r:id="rId537"/>
    <p:sldId id="786" r:id="rId538"/>
    <p:sldId id="787" r:id="rId539"/>
    <p:sldId id="788" r:id="rId540"/>
    <p:sldId id="789" r:id="rId541"/>
    <p:sldId id="790" r:id="rId542"/>
    <p:sldId id="791" r:id="rId543"/>
    <p:sldId id="792" r:id="rId544"/>
    <p:sldId id="793" r:id="rId545"/>
    <p:sldId id="794" r:id="rId546"/>
    <p:sldId id="795" r:id="rId547"/>
    <p:sldId id="796" r:id="rId548"/>
    <p:sldId id="797" r:id="rId549"/>
    <p:sldId id="798" r:id="rId550"/>
    <p:sldId id="799" r:id="rId551"/>
    <p:sldId id="800" r:id="rId552"/>
    <p:sldId id="801" r:id="rId553"/>
    <p:sldId id="802" r:id="rId554"/>
    <p:sldId id="803" r:id="rId555"/>
    <p:sldId id="804" r:id="rId556"/>
    <p:sldId id="805" r:id="rId557"/>
    <p:sldId id="806" r:id="rId558"/>
    <p:sldId id="807" r:id="rId559"/>
    <p:sldId id="808" r:id="rId560"/>
    <p:sldId id="809" r:id="rId561"/>
    <p:sldId id="810" r:id="rId562"/>
    <p:sldId id="811" r:id="rId563"/>
    <p:sldId id="812" r:id="rId564"/>
    <p:sldId id="813" r:id="rId565"/>
    <p:sldId id="814" r:id="rId566"/>
    <p:sldId id="815" r:id="rId567"/>
    <p:sldId id="816" r:id="rId568"/>
    <p:sldId id="817" r:id="rId569"/>
    <p:sldId id="818" r:id="rId570"/>
    <p:sldId id="819" r:id="rId571"/>
    <p:sldId id="820" r:id="rId572"/>
    <p:sldId id="821" r:id="rId573"/>
    <p:sldId id="822" r:id="rId574"/>
    <p:sldId id="823" r:id="rId575"/>
    <p:sldId id="824" r:id="rId576"/>
    <p:sldId id="825" r:id="rId577"/>
    <p:sldId id="826" r:id="rId578"/>
    <p:sldId id="827" r:id="rId579"/>
    <p:sldId id="828" r:id="rId580"/>
    <p:sldId id="829" r:id="rId581"/>
    <p:sldId id="830" r:id="rId582"/>
    <p:sldId id="831" r:id="rId583"/>
    <p:sldId id="832" r:id="rId584"/>
    <p:sldId id="833" r:id="rId585"/>
    <p:sldId id="834" r:id="rId586"/>
    <p:sldId id="835" r:id="rId587"/>
    <p:sldId id="836" r:id="rId588"/>
    <p:sldId id="837" r:id="rId589"/>
    <p:sldId id="838" r:id="rId590"/>
    <p:sldId id="839" r:id="rId591"/>
    <p:sldId id="840" r:id="rId592"/>
    <p:sldId id="841" r:id="rId593"/>
    <p:sldId id="842" r:id="rId594"/>
    <p:sldId id="843" r:id="rId595"/>
    <p:sldId id="844" r:id="rId596"/>
    <p:sldId id="845" r:id="rId597"/>
    <p:sldId id="846" r:id="rId598"/>
    <p:sldId id="847" r:id="rId599"/>
    <p:sldId id="848" r:id="rId600"/>
    <p:sldId id="849" r:id="rId601"/>
    <p:sldId id="850" r:id="rId602"/>
    <p:sldId id="851" r:id="rId603"/>
    <p:sldId id="852" r:id="rId604"/>
    <p:sldId id="853" r:id="rId605"/>
    <p:sldId id="854" r:id="rId606"/>
    <p:sldId id="855" r:id="rId607"/>
    <p:sldId id="856" r:id="rId608"/>
    <p:sldId id="857" r:id="rId609"/>
    <p:sldId id="858" r:id="rId610"/>
    <p:sldId id="859" r:id="rId611"/>
    <p:sldId id="860" r:id="rId612"/>
    <p:sldId id="861" r:id="rId613"/>
    <p:sldId id="862" r:id="rId614"/>
    <p:sldId id="863" r:id="rId615"/>
    <p:sldId id="864" r:id="rId616"/>
    <p:sldId id="865" r:id="rId617"/>
    <p:sldId id="866" r:id="rId618"/>
    <p:sldId id="867" r:id="rId619"/>
    <p:sldId id="868" r:id="rId620"/>
    <p:sldId id="869" r:id="rId621"/>
    <p:sldId id="870" r:id="rId622"/>
    <p:sldId id="871" r:id="rId623"/>
    <p:sldId id="872" r:id="rId624"/>
    <p:sldId id="873" r:id="rId625"/>
    <p:sldId id="874" r:id="rId626"/>
    <p:sldId id="875" r:id="rId627"/>
    <p:sldId id="876" r:id="rId628"/>
    <p:sldId id="877" r:id="rId629"/>
    <p:sldId id="878" r:id="rId630"/>
    <p:sldId id="879" r:id="rId631"/>
    <p:sldId id="880" r:id="rId632"/>
    <p:sldId id="881" r:id="rId633"/>
    <p:sldId id="882" r:id="rId634"/>
    <p:sldId id="883" r:id="rId635"/>
    <p:sldId id="884" r:id="rId636"/>
    <p:sldId id="885" r:id="rId637"/>
    <p:sldId id="886" r:id="rId638"/>
    <p:sldId id="887" r:id="rId639"/>
    <p:sldId id="888" r:id="rId640"/>
    <p:sldId id="889" r:id="rId641"/>
    <p:sldId id="890" r:id="rId642"/>
    <p:sldId id="891" r:id="rId643"/>
    <p:sldId id="892" r:id="rId644"/>
    <p:sldId id="893" r:id="rId645"/>
    <p:sldId id="894" r:id="rId646"/>
    <p:sldId id="895" r:id="rId647"/>
    <p:sldId id="896" r:id="rId648"/>
    <p:sldId id="897" r:id="rId649"/>
    <p:sldId id="898" r:id="rId650"/>
    <p:sldId id="899" r:id="rId651"/>
    <p:sldId id="900" r:id="rId652"/>
    <p:sldId id="901" r:id="rId653"/>
    <p:sldId id="902" r:id="rId654"/>
    <p:sldId id="903" r:id="rId655"/>
    <p:sldId id="904" r:id="rId656"/>
    <p:sldId id="905" r:id="rId657"/>
    <p:sldId id="906" r:id="rId658"/>
    <p:sldId id="907" r:id="rId659"/>
    <p:sldId id="908" r:id="rId660"/>
    <p:sldId id="909" r:id="rId661"/>
    <p:sldId id="910" r:id="rId662"/>
    <p:sldId id="911" r:id="rId663"/>
    <p:sldId id="912" r:id="rId664"/>
    <p:sldId id="913" r:id="rId665"/>
    <p:sldId id="914" r:id="rId666"/>
    <p:sldId id="915" r:id="rId667"/>
    <p:sldId id="916" r:id="rId668"/>
    <p:sldId id="917" r:id="rId669"/>
    <p:sldId id="918" r:id="rId670"/>
    <p:sldId id="919" r:id="rId671"/>
    <p:sldId id="920" r:id="rId672"/>
    <p:sldId id="921" r:id="rId673"/>
    <p:sldId id="922" r:id="rId674"/>
    <p:sldId id="923" r:id="rId675"/>
    <p:sldId id="924" r:id="rId676"/>
    <p:sldId id="925" r:id="rId677"/>
    <p:sldId id="926" r:id="rId678"/>
    <p:sldId id="927" r:id="rId679"/>
    <p:sldId id="928" r:id="rId680"/>
    <p:sldId id="929" r:id="rId681"/>
    <p:sldId id="930" r:id="rId682"/>
    <p:sldId id="931" r:id="rId683"/>
    <p:sldId id="932" r:id="rId684"/>
    <p:sldId id="933" r:id="rId685"/>
    <p:sldId id="934" r:id="rId686"/>
    <p:sldId id="935" r:id="rId687"/>
    <p:sldId id="936" r:id="rId688"/>
    <p:sldId id="937" r:id="rId689"/>
    <p:sldId id="938" r:id="rId690"/>
    <p:sldId id="939" r:id="rId691"/>
    <p:sldId id="940" r:id="rId692"/>
    <p:sldId id="941" r:id="rId693"/>
    <p:sldId id="942" r:id="rId694"/>
    <p:sldId id="943" r:id="rId695"/>
    <p:sldId id="944" r:id="rId696"/>
    <p:sldId id="945" r:id="rId697"/>
    <p:sldId id="946" r:id="rId698"/>
    <p:sldId id="947" r:id="rId699"/>
    <p:sldId id="948" r:id="rId700"/>
    <p:sldId id="949" r:id="rId701"/>
    <p:sldId id="950" r:id="rId702"/>
    <p:sldId id="951" r:id="rId703"/>
    <p:sldId id="952" r:id="rId704"/>
    <p:sldId id="953" r:id="rId705"/>
    <p:sldId id="954" r:id="rId706"/>
    <p:sldId id="955" r:id="rId707"/>
    <p:sldId id="956" r:id="rId708"/>
    <p:sldId id="957" r:id="rId709"/>
    <p:sldId id="958" r:id="rId710"/>
    <p:sldId id="959" r:id="rId711"/>
    <p:sldId id="960" r:id="rId712"/>
    <p:sldId id="961" r:id="rId713"/>
    <p:sldId id="962" r:id="rId714"/>
    <p:sldId id="963" r:id="rId715"/>
    <p:sldId id="964" r:id="rId716"/>
    <p:sldId id="965" r:id="rId717"/>
    <p:sldId id="966" r:id="rId718"/>
    <p:sldId id="967" r:id="rId719"/>
    <p:sldId id="968" r:id="rId720"/>
    <p:sldId id="969" r:id="rId721"/>
    <p:sldId id="970" r:id="rId722"/>
    <p:sldId id="971" r:id="rId723"/>
    <p:sldId id="972" r:id="rId724"/>
    <p:sldId id="973" r:id="rId725"/>
    <p:sldId id="974" r:id="rId726"/>
    <p:sldId id="975" r:id="rId727"/>
    <p:sldId id="976" r:id="rId728"/>
    <p:sldId id="977" r:id="rId729"/>
    <p:sldId id="978" r:id="rId730"/>
    <p:sldId id="979" r:id="rId731"/>
    <p:sldId id="980" r:id="rId732"/>
    <p:sldId id="981" r:id="rId733"/>
    <p:sldId id="982" r:id="rId734"/>
    <p:sldId id="983" r:id="rId735"/>
    <p:sldId id="984" r:id="rId736"/>
    <p:sldId id="985" r:id="rId737"/>
    <p:sldId id="986" r:id="rId738"/>
    <p:sldId id="987" r:id="rId739"/>
    <p:sldId id="988" r:id="rId740"/>
    <p:sldId id="989" r:id="rId741"/>
    <p:sldId id="990" r:id="rId742"/>
    <p:sldId id="991" r:id="rId743"/>
    <p:sldId id="992" r:id="rId744"/>
    <p:sldId id="993" r:id="rId745"/>
    <p:sldId id="994" r:id="rId746"/>
    <p:sldId id="995" r:id="rId747"/>
    <p:sldId id="996" r:id="rId748"/>
    <p:sldId id="997" r:id="rId749"/>
    <p:sldId id="998" r:id="rId750"/>
    <p:sldId id="999" r:id="rId751"/>
    <p:sldId id="1000" r:id="rId752"/>
    <p:sldId id="1001" r:id="rId753"/>
    <p:sldId id="1002" r:id="rId754"/>
    <p:sldId id="1003" r:id="rId755"/>
    <p:sldId id="1004" r:id="rId756"/>
    <p:sldId id="1005" r:id="rId757"/>
    <p:sldId id="1006" r:id="rId758"/>
    <p:sldId id="1007" r:id="rId759"/>
    <p:sldId id="1008" r:id="rId760"/>
    <p:sldId id="1009" r:id="rId761"/>
    <p:sldId id="1010" r:id="rId762"/>
    <p:sldId id="1011" r:id="rId763"/>
    <p:sldId id="1012" r:id="rId764"/>
    <p:sldId id="1013" r:id="rId765"/>
    <p:sldId id="1014" r:id="rId766"/>
    <p:sldId id="1015" r:id="rId767"/>
    <p:sldId id="1016" r:id="rId768"/>
    <p:sldId id="1017" r:id="rId769"/>
    <p:sldId id="1018" r:id="rId770"/>
    <p:sldId id="1019" r:id="rId771"/>
    <p:sldId id="1020" r:id="rId772"/>
    <p:sldId id="1021" r:id="rId773"/>
    <p:sldId id="1022" r:id="rId774"/>
    <p:sldId id="1023" r:id="rId775"/>
    <p:sldId id="1024" r:id="rId776"/>
    <p:sldId id="1025" r:id="rId777"/>
    <p:sldId id="1026" r:id="rId778"/>
    <p:sldId id="1027" r:id="rId779"/>
    <p:sldId id="1028" r:id="rId780"/>
    <p:sldId id="1029" r:id="rId781"/>
    <p:sldId id="1030" r:id="rId782"/>
    <p:sldId id="1031" r:id="rId783"/>
    <p:sldId id="1032" r:id="rId784"/>
    <p:sldId id="1033" r:id="rId785"/>
    <p:sldId id="1034" r:id="rId786"/>
    <p:sldId id="1035" r:id="rId787"/>
    <p:sldId id="1036" r:id="rId788"/>
    <p:sldId id="1037" r:id="rId789"/>
    <p:sldId id="1038" r:id="rId790"/>
    <p:sldId id="1039" r:id="rId791"/>
    <p:sldId id="1040" r:id="rId792"/>
    <p:sldId id="1041" r:id="rId793"/>
    <p:sldId id="1042" r:id="rId794"/>
    <p:sldId id="1043" r:id="rId795"/>
    <p:sldId id="1044" r:id="rId796"/>
    <p:sldId id="1045" r:id="rId797"/>
    <p:sldId id="1046" r:id="rId798"/>
    <p:sldId id="1047" r:id="rId799"/>
    <p:sldId id="1048" r:id="rId800"/>
    <p:sldId id="1049" r:id="rId801"/>
    <p:sldId id="1050" r:id="rId802"/>
    <p:sldId id="1051" r:id="rId803"/>
    <p:sldId id="1052" r:id="rId804"/>
    <p:sldId id="1053" r:id="rId805"/>
    <p:sldId id="1054" r:id="rId806"/>
    <p:sldId id="1055" r:id="rId807"/>
    <p:sldId id="1056" r:id="rId808"/>
    <p:sldId id="1057" r:id="rId809"/>
    <p:sldId id="1058" r:id="rId810"/>
    <p:sldId id="1059" r:id="rId811"/>
    <p:sldId id="1060" r:id="rId812"/>
    <p:sldId id="1061" r:id="rId813"/>
    <p:sldId id="1062" r:id="rId814"/>
    <p:sldId id="1063" r:id="rId815"/>
    <p:sldId id="1064" r:id="rId816"/>
    <p:sldId id="1065" r:id="rId817"/>
    <p:sldId id="1066" r:id="rId818"/>
    <p:sldId id="1067" r:id="rId819"/>
    <p:sldId id="1068" r:id="rId820"/>
    <p:sldId id="1069" r:id="rId821"/>
    <p:sldId id="1070" r:id="rId822"/>
    <p:sldId id="1071" r:id="rId823"/>
    <p:sldId id="1072" r:id="rId824"/>
    <p:sldId id="1073" r:id="rId825"/>
    <p:sldId id="1074" r:id="rId826"/>
    <p:sldId id="1075" r:id="rId827"/>
    <p:sldId id="1076" r:id="rId828"/>
    <p:sldId id="1077" r:id="rId829"/>
    <p:sldId id="1078" r:id="rId830"/>
    <p:sldId id="1079" r:id="rId831"/>
    <p:sldId id="1080" r:id="rId832"/>
    <p:sldId id="1081" r:id="rId833"/>
    <p:sldId id="1082" r:id="rId834"/>
    <p:sldId id="1083" r:id="rId835"/>
    <p:sldId id="1084" r:id="rId836"/>
    <p:sldId id="1085" r:id="rId837"/>
    <p:sldId id="1086" r:id="rId838"/>
    <p:sldId id="1087" r:id="rId839"/>
    <p:sldId id="1088" r:id="rId840"/>
    <p:sldId id="1089" r:id="rId841"/>
    <p:sldId id="1090" r:id="rId842"/>
    <p:sldId id="1091" r:id="rId843"/>
    <p:sldId id="1092" r:id="rId844"/>
    <p:sldId id="1093" r:id="rId845"/>
    <p:sldId id="1094" r:id="rId846"/>
    <p:sldId id="1095" r:id="rId847"/>
    <p:sldId id="1096" r:id="rId848"/>
    <p:sldId id="1097" r:id="rId849"/>
    <p:sldId id="1098" r:id="rId850"/>
    <p:sldId id="1099" r:id="rId851"/>
    <p:sldId id="1100" r:id="rId852"/>
    <p:sldId id="1101" r:id="rId853"/>
    <p:sldId id="1102" r:id="rId854"/>
    <p:sldId id="1103" r:id="rId855"/>
    <p:sldId id="1104" r:id="rId856"/>
    <p:sldId id="1105" r:id="rId857"/>
    <p:sldId id="1106" r:id="rId858"/>
    <p:sldId id="1107" r:id="rId859"/>
    <p:sldId id="1108" r:id="rId860"/>
    <p:sldId id="1109" r:id="rId861"/>
    <p:sldId id="1110" r:id="rId862"/>
    <p:sldId id="1111" r:id="rId863"/>
    <p:sldId id="1112" r:id="rId864"/>
    <p:sldId id="1113" r:id="rId865"/>
    <p:sldId id="1114" r:id="rId866"/>
    <p:sldId id="1115" r:id="rId867"/>
    <p:sldId id="1116" r:id="rId868"/>
    <p:sldId id="1117" r:id="rId869"/>
    <p:sldId id="1118" r:id="rId870"/>
    <p:sldId id="1119" r:id="rId871"/>
    <p:sldId id="1120" r:id="rId872"/>
    <p:sldId id="1121" r:id="rId873"/>
    <p:sldId id="1122" r:id="rId874"/>
    <p:sldId id="1123" r:id="rId875"/>
    <p:sldId id="1124" r:id="rId876"/>
    <p:sldId id="1125" r:id="rId877"/>
    <p:sldId id="1126" r:id="rId878"/>
    <p:sldId id="1127" r:id="rId879"/>
    <p:sldId id="1128" r:id="rId880"/>
    <p:sldId id="1129" r:id="rId881"/>
    <p:sldId id="1130" r:id="rId882"/>
    <p:sldId id="1131" r:id="rId883"/>
    <p:sldId id="1132" r:id="rId884"/>
    <p:sldId id="1133" r:id="rId885"/>
    <p:sldId id="1134" r:id="rId886"/>
    <p:sldId id="1135" r:id="rId887"/>
    <p:sldId id="1136" r:id="rId888"/>
    <p:sldId id="1137" r:id="rId889"/>
    <p:sldId id="1138" r:id="rId890"/>
    <p:sldId id="1139" r:id="rId891"/>
    <p:sldId id="1140" r:id="rId892"/>
    <p:sldId id="1141" r:id="rId893"/>
    <p:sldId id="1142" r:id="rId894"/>
    <p:sldId id="1143" r:id="rId895"/>
    <p:sldId id="1144" r:id="rId896"/>
    <p:sldId id="1145" r:id="rId897"/>
    <p:sldId id="1146" r:id="rId898"/>
    <p:sldId id="1147" r:id="rId899"/>
    <p:sldId id="1148" r:id="rId900"/>
    <p:sldId id="1149" r:id="rId901"/>
    <p:sldId id="1150" r:id="rId902"/>
    <p:sldId id="1151" r:id="rId903"/>
    <p:sldId id="1152" r:id="rId904"/>
    <p:sldId id="1153" r:id="rId905"/>
    <p:sldId id="1154" r:id="rId906"/>
    <p:sldId id="1155" r:id="rId907"/>
    <p:sldId id="1156" r:id="rId908"/>
    <p:sldId id="1157" r:id="rId909"/>
    <p:sldId id="1158" r:id="rId910"/>
    <p:sldId id="1159" r:id="rId911"/>
    <p:sldId id="1160" r:id="rId912"/>
    <p:sldId id="1161" r:id="rId913"/>
    <p:sldId id="1162" r:id="rId914"/>
    <p:sldId id="1163" r:id="rId915"/>
    <p:sldId id="1164" r:id="rId916"/>
    <p:sldId id="1165" r:id="rId917"/>
    <p:sldId id="1166" r:id="rId918"/>
    <p:sldId id="1167" r:id="rId919"/>
    <p:sldId id="1168" r:id="rId920"/>
    <p:sldId id="1169" r:id="rId921"/>
    <p:sldId id="1170" r:id="rId922"/>
    <p:sldId id="1171" r:id="rId923"/>
    <p:sldId id="1172" r:id="rId924"/>
    <p:sldId id="1173" r:id="rId925"/>
    <p:sldId id="1174" r:id="rId926"/>
    <p:sldId id="1175" r:id="rId927"/>
    <p:sldId id="1176" r:id="rId928"/>
    <p:sldId id="1177" r:id="rId929"/>
    <p:sldId id="1178" r:id="rId930"/>
    <p:sldId id="1179" r:id="rId931"/>
    <p:sldId id="1180" r:id="rId932"/>
    <p:sldId id="1181" r:id="rId933"/>
    <p:sldId id="1182" r:id="rId934"/>
    <p:sldId id="1183" r:id="rId935"/>
    <p:sldId id="1184" r:id="rId936"/>
    <p:sldId id="1185" r:id="rId937"/>
    <p:sldId id="1186" r:id="rId938"/>
    <p:sldId id="1187" r:id="rId939"/>
    <p:sldId id="1188" r:id="rId940"/>
    <p:sldId id="1189" r:id="rId941"/>
    <p:sldId id="1190" r:id="rId942"/>
    <p:sldId id="1191" r:id="rId943"/>
    <p:sldId id="1192" r:id="rId944"/>
    <p:sldId id="1193" r:id="rId945"/>
    <p:sldId id="1194" r:id="rId946"/>
    <p:sldId id="1195" r:id="rId947"/>
    <p:sldId id="1196" r:id="rId948"/>
    <p:sldId id="1197" r:id="rId949"/>
    <p:sldId id="1198" r:id="rId950"/>
    <p:sldId id="1199" r:id="rId951"/>
    <p:sldId id="1200" r:id="rId952"/>
    <p:sldId id="1201" r:id="rId953"/>
    <p:sldId id="1202" r:id="rId954"/>
    <p:sldId id="1203" r:id="rId955"/>
    <p:sldId id="1204" r:id="rId956"/>
    <p:sldId id="1205" r:id="rId957"/>
    <p:sldId id="1206" r:id="rId958"/>
    <p:sldId id="1207" r:id="rId959"/>
    <p:sldId id="1208" r:id="rId960"/>
    <p:sldId id="1209" r:id="rId961"/>
    <p:sldId id="1210" r:id="rId962"/>
    <p:sldId id="1211" r:id="rId963"/>
    <p:sldId id="1212" r:id="rId964"/>
    <p:sldId id="1213" r:id="rId965"/>
    <p:sldId id="1214" r:id="rId966"/>
    <p:sldId id="1215" r:id="rId967"/>
    <p:sldId id="1216" r:id="rId968"/>
    <p:sldId id="1217" r:id="rId969"/>
    <p:sldId id="1218" r:id="rId970"/>
    <p:sldId id="1219" r:id="rId971"/>
    <p:sldId id="1220" r:id="rId972"/>
    <p:sldId id="1221" r:id="rId973"/>
    <p:sldId id="1222" r:id="rId974"/>
    <p:sldId id="1223" r:id="rId975"/>
    <p:sldId id="1224" r:id="rId976"/>
    <p:sldId id="1225" r:id="rId977"/>
    <p:sldId id="1226" r:id="rId978"/>
    <p:sldId id="1227" r:id="rId979"/>
    <p:sldId id="1228" r:id="rId980"/>
    <p:sldId id="1229" r:id="rId981"/>
    <p:sldId id="1230" r:id="rId982"/>
    <p:sldId id="1231" r:id="rId983"/>
    <p:sldId id="1232" r:id="rId984"/>
    <p:sldId id="1233" r:id="rId985"/>
    <p:sldId id="1234" r:id="rId986"/>
    <p:sldId id="1235" r:id="rId987"/>
    <p:sldId id="1236" r:id="rId988"/>
    <p:sldId id="1237" r:id="rId989"/>
    <p:sldId id="1238" r:id="rId990"/>
    <p:sldId id="1239" r:id="rId991"/>
    <p:sldId id="1240" r:id="rId992"/>
    <p:sldId id="1241" r:id="rId993"/>
    <p:sldId id="1242" r:id="rId994"/>
    <p:sldId id="1243" r:id="rId995"/>
    <p:sldId id="1244" r:id="rId996"/>
    <p:sldId id="1245" r:id="rId997"/>
    <p:sldId id="1246" r:id="rId998"/>
    <p:sldId id="1247" r:id="rId999"/>
    <p:sldId id="1248" r:id="rId1000"/>
    <p:sldId id="1249" r:id="rId1001"/>
    <p:sldId id="1250" r:id="rId1002"/>
    <p:sldId id="1251" r:id="rId1003"/>
    <p:sldId id="1252" r:id="rId1004"/>
    <p:sldId id="1253" r:id="rId1005"/>
    <p:sldId id="1254" r:id="rId1006"/>
    <p:sldId id="1255" r:id="rId1007"/>
    <p:sldId id="1256" r:id="rId1008"/>
    <p:sldId id="1257" r:id="rId1009"/>
    <p:sldId id="1258" r:id="rId1010"/>
    <p:sldId id="1259" r:id="rId1011"/>
    <p:sldId id="1260" r:id="rId1012"/>
    <p:sldId id="1261" r:id="rId1013"/>
    <p:sldId id="1262" r:id="rId1014"/>
    <p:sldId id="1263" r:id="rId1015"/>
    <p:sldId id="1264" r:id="rId1016"/>
    <p:sldId id="1265" r:id="rId1017"/>
    <p:sldId id="1266" r:id="rId1018"/>
    <p:sldId id="1267" r:id="rId1019"/>
    <p:sldId id="1268" r:id="rId1020"/>
    <p:sldId id="1269" r:id="rId1021"/>
    <p:sldId id="1270" r:id="rId1022"/>
    <p:sldId id="1271" r:id="rId1023"/>
    <p:sldId id="1272" r:id="rId1024"/>
    <p:sldId id="1273" r:id="rId1025"/>
    <p:sldId id="1274" r:id="rId1026"/>
    <p:sldId id="1275" r:id="rId1027"/>
    <p:sldId id="1276" r:id="rId1028"/>
    <p:sldId id="1277" r:id="rId1029"/>
    <p:sldId id="1278" r:id="rId1030"/>
    <p:sldId id="1279" r:id="rId1031"/>
    <p:sldId id="1280" r:id="rId1032"/>
    <p:sldId id="1281" r:id="rId1033"/>
    <p:sldId id="1282" r:id="rId1034"/>
    <p:sldId id="1283" r:id="rId1035"/>
    <p:sldId id="1284" r:id="rId1036"/>
    <p:sldId id="1285" r:id="rId1037"/>
    <p:sldId id="1286" r:id="rId1038"/>
    <p:sldId id="1287" r:id="rId1039"/>
    <p:sldId id="1288" r:id="rId1040"/>
    <p:sldId id="1289" r:id="rId1041"/>
    <p:sldId id="1290" r:id="rId1042"/>
    <p:sldId id="1291" r:id="rId1043"/>
    <p:sldId id="1292" r:id="rId1044"/>
    <p:sldId id="1293" r:id="rId1045"/>
    <p:sldId id="1294" r:id="rId1046"/>
    <p:sldId id="1295" r:id="rId1047"/>
    <p:sldId id="1296" r:id="rId1048"/>
    <p:sldId id="1297" r:id="rId1049"/>
    <p:sldId id="1298" r:id="rId1050"/>
    <p:sldId id="1299" r:id="rId1051"/>
    <p:sldId id="1300" r:id="rId1052"/>
    <p:sldId id="1301" r:id="rId1053"/>
    <p:sldId id="1302" r:id="rId1054"/>
    <p:sldId id="1303" r:id="rId1055"/>
    <p:sldId id="1304" r:id="rId1056"/>
    <p:sldId id="1305" r:id="rId1057"/>
    <p:sldId id="1306" r:id="rId1058"/>
    <p:sldId id="1307" r:id="rId1059"/>
    <p:sldId id="1308" r:id="rId1060"/>
    <p:sldId id="1309" r:id="rId1061"/>
    <p:sldId id="1310" r:id="rId1062"/>
    <p:sldId id="1311" r:id="rId1063"/>
    <p:sldId id="1312" r:id="rId1064"/>
    <p:sldId id="1313" r:id="rId1065"/>
    <p:sldId id="1314" r:id="rId1066"/>
    <p:sldId id="1315" r:id="rId1067"/>
    <p:sldId id="1316" r:id="rId1068"/>
    <p:sldId id="1317" r:id="rId1069"/>
    <p:sldId id="1318" r:id="rId1070"/>
    <p:sldId id="1319" r:id="rId1071"/>
    <p:sldId id="1320" r:id="rId1072"/>
    <p:sldId id="1321" r:id="rId1073"/>
    <p:sldId id="1322" r:id="rId1074"/>
    <p:sldId id="1323" r:id="rId1075"/>
    <p:sldId id="1324" r:id="rId1076"/>
    <p:sldId id="1325" r:id="rId1077"/>
    <p:sldId id="1326" r:id="rId1078"/>
    <p:sldId id="1327" r:id="rId1079"/>
    <p:sldId id="1328" r:id="rId1080"/>
    <p:sldId id="1329" r:id="rId1081"/>
    <p:sldId id="1330" r:id="rId1082"/>
    <p:sldId id="1331" r:id="rId1083"/>
    <p:sldId id="1332" r:id="rId1084"/>
    <p:sldId id="1333" r:id="rId1085"/>
    <p:sldId id="1334" r:id="rId1086"/>
    <p:sldId id="1335" r:id="rId1087"/>
    <p:sldId id="1336" r:id="rId1088"/>
    <p:sldId id="1337" r:id="rId1089"/>
    <p:sldId id="1338" r:id="rId1090"/>
    <p:sldId id="1339" r:id="rId1091"/>
    <p:sldId id="1340" r:id="rId1092"/>
    <p:sldId id="1341" r:id="rId1093"/>
    <p:sldId id="1342" r:id="rId1094"/>
    <p:sldId id="1343" r:id="rId1095"/>
    <p:sldId id="1344" r:id="rId1096"/>
    <p:sldId id="1345" r:id="rId1097"/>
    <p:sldId id="1346" r:id="rId1098"/>
    <p:sldId id="1347" r:id="rId1099"/>
    <p:sldId id="1348" r:id="rId1100"/>
    <p:sldId id="1349" r:id="rId1101"/>
    <p:sldId id="1350" r:id="rId1102"/>
    <p:sldId id="1351" r:id="rId1103"/>
    <p:sldId id="1352" r:id="rId1104"/>
    <p:sldId id="1353" r:id="rId1105"/>
    <p:sldId id="1354" r:id="rId1106"/>
    <p:sldId id="1355" r:id="rId1107"/>
    <p:sldId id="1356" r:id="rId1108"/>
    <p:sldId id="1357" r:id="rId1109"/>
    <p:sldId id="1358" r:id="rId1110"/>
    <p:sldId id="1359" r:id="rId1111"/>
    <p:sldId id="1360" r:id="rId1112"/>
    <p:sldId id="1361" r:id="rId1113"/>
    <p:sldId id="1362" r:id="rId1114"/>
    <p:sldId id="1363" r:id="rId1115"/>
    <p:sldId id="1364" r:id="rId1116"/>
    <p:sldId id="1365" r:id="rId1117"/>
    <p:sldId id="1366" r:id="rId1118"/>
    <p:sldId id="1367" r:id="rId1119"/>
    <p:sldId id="1368" r:id="rId1120"/>
    <p:sldId id="1369" r:id="rId1121"/>
    <p:sldId id="1370" r:id="rId1122"/>
    <p:sldId id="1371" r:id="rId1123"/>
    <p:sldId id="1372" r:id="rId1124"/>
    <p:sldId id="1373" r:id="rId1125"/>
    <p:sldId id="1374" r:id="rId1126"/>
    <p:sldId id="1375" r:id="rId1127"/>
    <p:sldId id="1376" r:id="rId1128"/>
    <p:sldId id="1377" r:id="rId1129"/>
    <p:sldId id="1378" r:id="rId1130"/>
    <p:sldId id="1379" r:id="rId1131"/>
    <p:sldId id="1380" r:id="rId1132"/>
    <p:sldId id="1381" r:id="rId1133"/>
    <p:sldId id="1382" r:id="rId1134"/>
    <p:sldId id="1383" r:id="rId1135"/>
    <p:sldId id="1384" r:id="rId1136"/>
    <p:sldId id="1385" r:id="rId1137"/>
    <p:sldId id="1386" r:id="rId1138"/>
    <p:sldId id="1387" r:id="rId1139"/>
    <p:sldId id="1388" r:id="rId1140"/>
    <p:sldId id="1389" r:id="rId1141"/>
    <p:sldId id="1390" r:id="rId1142"/>
    <p:sldId id="1391" r:id="rId1143"/>
    <p:sldId id="1392" r:id="rId1144"/>
    <p:sldId id="1393" r:id="rId1145"/>
    <p:sldId id="1394" r:id="rId1146"/>
    <p:sldId id="1395" r:id="rId1147"/>
    <p:sldId id="1396" r:id="rId1148"/>
    <p:sldId id="1397" r:id="rId1149"/>
    <p:sldId id="1398" r:id="rId1150"/>
    <p:sldId id="1399" r:id="rId1151"/>
    <p:sldId id="1400" r:id="rId1152"/>
    <p:sldId id="1401" r:id="rId1153"/>
    <p:sldId id="1402" r:id="rId1154"/>
    <p:sldId id="1403" r:id="rId1155"/>
    <p:sldId id="1404" r:id="rId1156"/>
    <p:sldId id="1405" r:id="rId1157"/>
    <p:sldId id="1406" r:id="rId1158"/>
    <p:sldId id="1407" r:id="rId1159"/>
    <p:sldId id="1408" r:id="rId1160"/>
    <p:sldId id="1409" r:id="rId1161"/>
    <p:sldId id="1410" r:id="rId1162"/>
    <p:sldId id="1411" r:id="rId1163"/>
    <p:sldId id="1412" r:id="rId1164"/>
    <p:sldId id="1413" r:id="rId1165"/>
    <p:sldId id="1414" r:id="rId1166"/>
    <p:sldId id="1415" r:id="rId1167"/>
    <p:sldId id="1416" r:id="rId1168"/>
    <p:sldId id="1417" r:id="rId1169"/>
    <p:sldId id="1418" r:id="rId1170"/>
    <p:sldId id="1419" r:id="rId1171"/>
    <p:sldId id="1420" r:id="rId1172"/>
    <p:sldId id="1421" r:id="rId1173"/>
    <p:sldId id="1422" r:id="rId1174"/>
    <p:sldId id="1423" r:id="rId1175"/>
    <p:sldId id="1424" r:id="rId1176"/>
    <p:sldId id="1425" r:id="rId1177"/>
    <p:sldId id="1426" r:id="rId1178"/>
    <p:sldId id="1427" r:id="rId1179"/>
    <p:sldId id="1428" r:id="rId1180"/>
    <p:sldId id="1429" r:id="rId1181"/>
    <p:sldId id="1430" r:id="rId1182"/>
    <p:sldId id="1431" r:id="rId1183"/>
    <p:sldId id="1432" r:id="rId1184"/>
    <p:sldId id="1433" r:id="rId1185"/>
    <p:sldId id="1434" r:id="rId1186"/>
    <p:sldId id="1435" r:id="rId1187"/>
    <p:sldId id="1436" r:id="rId1188"/>
    <p:sldId id="1437" r:id="rId1189"/>
    <p:sldId id="1438" r:id="rId1190"/>
    <p:sldId id="1439" r:id="rId1191"/>
    <p:sldId id="1440" r:id="rId1192"/>
    <p:sldId id="1441" r:id="rId1193"/>
    <p:sldId id="1442" r:id="rId1194"/>
    <p:sldId id="1443" r:id="rId1195"/>
    <p:sldId id="1444" r:id="rId1196"/>
    <p:sldId id="1445" r:id="rId7"/>
    <p:sldId id="1446" r:id="rId6"/>
    <p:sldId id="1447" r:id="rId5"/>
    <p:sldId id="1448" r:id="rId4"/>
    <p:sldId id="1449" r:id="rId3"/>
    <p:sldId id="1450" r:id="rId2"/>
    <p:sldId id="1451" r:id="rId1203"/>
    <p:sldId id="1452" r:id="rId1204"/>
    <p:sldId id="1453" r:id="rId1205"/>
    <p:sldId id="1454" r:id="rId1206"/>
    <p:sldId id="1455" r:id="rId1207"/>
    <p:sldId id="1456" r:id="rId1208"/>
    <p:sldId id="1457" r:id="rId1209"/>
    <p:sldId id="1458" r:id="rId1210"/>
    <p:sldId id="1459" r:id="rId1211"/>
    <p:sldId id="1460" r:id="rId1212"/>
    <p:sldId id="1461" r:id="rId1213"/>
    <p:sldId id="1462" r:id="rId1214"/>
    <p:sldId id="1463" r:id="rId1215"/>
    <p:sldId id="1464" r:id="rId1216"/>
    <p:sldId id="1465" r:id="rId1217"/>
    <p:sldId id="1466" r:id="rId1218"/>
    <p:sldId id="1467" r:id="rId1219"/>
    <p:sldId id="1468" r:id="rId1220"/>
    <p:sldId id="1469" r:id="rId1221"/>
    <p:sldId id="1470" r:id="rId1222"/>
    <p:sldId id="1471" r:id="rId1223"/>
    <p:sldId id="1472" r:id="rId1224"/>
    <p:sldId id="1473" r:id="rId1225"/>
    <p:sldId id="1474" r:id="rId1226"/>
    <p:sldId id="1475" r:id="rId1227"/>
    <p:sldId id="1476" r:id="rId1228"/>
    <p:sldId id="1477" r:id="rId1229"/>
    <p:sldId id="1478" r:id="rId1230"/>
    <p:sldId id="1479" r:id="rId1231"/>
    <p:sldId id="1480" r:id="rId1232"/>
    <p:sldId id="1481" r:id="rId1233"/>
    <p:sldId id="1482" r:id="rId1234"/>
    <p:sldId id="1483" r:id="rId1235"/>
    <p:sldId id="1484" r:id="rId1236"/>
    <p:sldId id="1485" r:id="rId1237"/>
    <p:sldId id="1486" r:id="rId1238"/>
    <p:sldId id="1487" r:id="rId1239"/>
    <p:sldId id="1488" r:id="rId1240"/>
    <p:sldId id="1489" r:id="rId1241"/>
    <p:sldId id="1490" r:id="rId1242"/>
    <p:sldId id="1491" r:id="rId1243"/>
    <p:sldId id="1492" r:id="rId1244"/>
    <p:sldId id="1493" r:id="rId1245"/>
    <p:sldId id="1494" r:id="rId1246"/>
    <p:sldId id="1495" r:id="rId1247"/>
    <p:sldId id="1496" r:id="rId1248"/>
    <p:sldId id="1497" r:id="rId1249"/>
    <p:sldId id="1498" r:id="rId1250"/>
    <p:sldId id="1499" r:id="rId1251"/>
    <p:sldId id="1500" r:id="rId1252"/>
    <p:sldId id="1501" r:id="rId1253"/>
    <p:sldId id="1502" r:id="rId1254"/>
    <p:sldId id="1503" r:id="rId1255"/>
    <p:sldId id="1504" r:id="rId1256"/>
    <p:sldId id="1505" r:id="rId1257"/>
    <p:sldId id="1506" r:id="rId1258"/>
    <p:sldId id="1507" r:id="rId1259"/>
    <p:sldId id="1508" r:id="rId1260"/>
    <p:sldId id="1509" r:id="rId1261"/>
    <p:sldId id="1510" r:id="rId1262"/>
    <p:sldId id="1511" r:id="rId1263"/>
    <p:sldId id="1512" r:id="rId1264"/>
    <p:sldId id="1513" r:id="rId1265"/>
    <p:sldId id="1514" r:id="rId1266"/>
    <p:sldId id="1515" r:id="rId1267"/>
    <p:sldId id="1516" r:id="rId1268"/>
    <p:sldId id="1517" r:id="rId1269"/>
    <p:sldId id="1518" r:id="rId1270"/>
    <p:sldId id="1519" r:id="rId1271"/>
    <p:sldId id="1520" r:id="rId1272"/>
    <p:sldId id="1521" r:id="rId1273"/>
    <p:sldId id="1522" r:id="rId1274"/>
    <p:sldId id="1523" r:id="rId1275"/>
    <p:sldId id="1524" r:id="rId1276"/>
    <p:sldId id="1525" r:id="rId1277"/>
    <p:sldId id="1526" r:id="rId1278"/>
    <p:sldId id="1527" r:id="rId1279"/>
    <p:sldId id="1528" r:id="rId1280"/>
    <p:sldId id="1529" r:id="rId1281"/>
    <p:sldId id="1530" r:id="rId1282"/>
    <p:sldId id="1531" r:id="rId1283"/>
    <p:sldId id="1532" r:id="rId1284"/>
    <p:sldId id="1533" r:id="rId1285"/>
    <p:sldId id="1534" r:id="rId1286"/>
    <p:sldId id="1535" r:id="rId1287"/>
    <p:sldId id="1536" r:id="rId1288"/>
    <p:sldId id="1537" r:id="rId1289"/>
    <p:sldId id="1538" r:id="rId1290"/>
    <p:sldId id="1539" r:id="rId1291"/>
    <p:sldId id="1540" r:id="rId1292"/>
    <p:sldId id="1541" r:id="rId1293"/>
    <p:sldId id="1542" r:id="rId1294"/>
    <p:sldId id="1543" r:id="rId1295"/>
    <p:sldId id="1544" r:id="rId1296"/>
    <p:sldId id="1545" r:id="rId1297"/>
    <p:sldId id="1546" r:id="rId1298"/>
    <p:sldId id="1547" r:id="rId1299"/>
    <p:sldId id="1548" r:id="rId1300"/>
    <p:sldId id="1549" r:id="rId1301"/>
    <p:sldId id="1550" r:id="rId1302"/>
    <p:sldId id="1551" r:id="rId1303"/>
    <p:sldId id="1552" r:id="rId1304"/>
    <p:sldId id="1553" r:id="rId1305"/>
    <p:sldId id="1554" r:id="rId1306"/>
    <p:sldId id="1555" r:id="rId1307"/>
    <p:sldId id="1556" r:id="rId1308"/>
    <p:sldId id="1557" r:id="rId1309"/>
    <p:sldId id="1558" r:id="rId1310"/>
    <p:sldId id="1559" r:id="rId1311"/>
    <p:sldId id="1560" r:id="rId1312"/>
    <p:sldId id="1561" r:id="rId1313"/>
    <p:sldId id="1562" r:id="rId1314"/>
    <p:sldId id="1563" r:id="rId1315"/>
    <p:sldId id="1564" r:id="rId1316"/>
    <p:sldId id="1565" r:id="rId1317"/>
    <p:sldId id="1566" r:id="rId1318"/>
    <p:sldId id="1567" r:id="rId1319"/>
    <p:sldId id="1568" r:id="rId1320"/>
    <p:sldId id="1569" r:id="rId1321"/>
    <p:sldId id="1570" r:id="rId1322"/>
    <p:sldId id="1571" r:id="rId1323"/>
    <p:sldId id="1572" r:id="rId1324"/>
    <p:sldId id="1573" r:id="rId1325"/>
    <p:sldId id="1574" r:id="rId1326"/>
    <p:sldId id="1575" r:id="rId1327"/>
    <p:sldId id="1576" r:id="rId1328"/>
    <p:sldId id="1577" r:id="rId1329"/>
    <p:sldId id="1578" r:id="rId1330"/>
    <p:sldId id="1579" r:id="rId1331"/>
    <p:sldId id="1580" r:id="rId1332"/>
    <p:sldId id="1581" r:id="rId1333"/>
    <p:sldId id="1582" r:id="rId1334"/>
    <p:sldId id="1583" r:id="rId1335"/>
    <p:sldId id="1584" r:id="rId1336"/>
    <p:sldId id="1585" r:id="rId1337"/>
    <p:sldId id="1586" r:id="rId1338"/>
    <p:sldId id="1587" r:id="rId1339"/>
    <p:sldId id="1588" r:id="rId1340"/>
    <p:sldId id="1589" r:id="rId1341"/>
    <p:sldId id="1590" r:id="rId1342"/>
    <p:sldId id="1591" r:id="rId1343"/>
    <p:sldId id="1592" r:id="rId1344"/>
    <p:sldId id="1593" r:id="rId1345"/>
    <p:sldId id="1594" r:id="rId1346"/>
    <p:sldId id="1595" r:id="rId1347"/>
    <p:sldId id="1596" r:id="rId1348"/>
    <p:sldId id="1597" r:id="rId1349"/>
    <p:sldId id="1598" r:id="rId1350"/>
    <p:sldId id="1599" r:id="rId1351"/>
    <p:sldId id="1600" r:id="rId1352"/>
    <p:sldId id="1601" r:id="rId1353"/>
    <p:sldId id="1602" r:id="rId1354"/>
    <p:sldId id="1603" r:id="rId1355"/>
    <p:sldId id="1604" r:id="rId1356"/>
    <p:sldId id="1605" r:id="rId1357"/>
    <p:sldId id="1606" r:id="rId1358"/>
    <p:sldId id="1607" r:id="rId1359"/>
    <p:sldId id="1608" r:id="rId1360"/>
    <p:sldId id="1609" r:id="rId1361"/>
    <p:sldId id="1610" r:id="rId1362"/>
    <p:sldId id="1611" r:id="rId1363"/>
    <p:sldId id="1612" r:id="rId1364"/>
    <p:sldId id="1613" r:id="rId1365"/>
    <p:sldId id="1614" r:id="rId1366"/>
    <p:sldId id="1615" r:id="rId1367"/>
    <p:sldId id="1616" r:id="rId1368"/>
    <p:sldId id="1617" r:id="rId1369"/>
    <p:sldId id="1618" r:id="rId1370"/>
    <p:sldId id="1619" r:id="rId1371"/>
    <p:sldId id="1620" r:id="rId1372"/>
    <p:sldId id="1621" r:id="rId1373"/>
    <p:sldId id="1622" r:id="rId1374"/>
    <p:sldId id="1623" r:id="rId1375"/>
    <p:sldId id="1624" r:id="rId1376"/>
    <p:sldId id="1625" r:id="rId1377"/>
    <p:sldId id="1626" r:id="rId1378"/>
    <p:sldId id="1627" r:id="rId1379"/>
    <p:sldId id="1628" r:id="rId1380"/>
    <p:sldId id="1629" r:id="rId1381"/>
    <p:sldId id="1630" r:id="rId1382"/>
    <p:sldId id="1631" r:id="rId1383"/>
    <p:sldId id="1632" r:id="rId1384"/>
    <p:sldId id="1633" r:id="rId1385"/>
    <p:sldId id="1634" r:id="rId1386"/>
    <p:sldId id="1635" r:id="rId1387"/>
    <p:sldId id="1636" r:id="rId1388"/>
    <p:sldId id="1637" r:id="rId1389"/>
    <p:sldId id="1638" r:id="rId1390"/>
    <p:sldId id="1639" r:id="rId1391"/>
    <p:sldId id="1640" r:id="rId1392"/>
    <p:sldId id="1641" r:id="rId1393"/>
    <p:sldId id="1642" r:id="rId1394"/>
    <p:sldId id="1643" r:id="rId1395"/>
    <p:sldId id="1644" r:id="rId1396"/>
    <p:sldId id="1645" r:id="rId1397"/>
    <p:sldId id="1646" r:id="rId1398"/>
    <p:sldId id="1647" r:id="rId1399"/>
    <p:sldId id="1648" r:id="rId1400"/>
    <p:sldId id="1649" r:id="rId1401"/>
    <p:sldId id="1650" r:id="rId1402"/>
    <p:sldId id="1651" r:id="rId1403"/>
    <p:sldId id="1652" r:id="rId1404"/>
    <p:sldId id="1653" r:id="rId1405"/>
    <p:sldId id="1654" r:id="rId1406"/>
    <p:sldId id="1655" r:id="rId1407"/>
    <p:sldId id="1656" r:id="rId1408"/>
    <p:sldId id="1657" r:id="rId1409"/>
    <p:sldId id="1658" r:id="rId1410"/>
    <p:sldId id="1659" r:id="rId1411"/>
    <p:sldId id="1660" r:id="rId1412"/>
    <p:sldId id="1661" r:id="rId1413"/>
    <p:sldId id="1662" r:id="rId1414"/>
    <p:sldId id="1663" r:id="rId1415"/>
    <p:sldId id="1664" r:id="rId1416"/>
    <p:sldId id="1665" r:id="rId1417"/>
    <p:sldId id="1666" r:id="rId1418"/>
    <p:sldId id="1667" r:id="rId1419"/>
    <p:sldId id="1668" r:id="rId1420"/>
    <p:sldId id="1669" r:id="rId1421"/>
    <p:sldId id="1670" r:id="rId1422"/>
    <p:sldId id="1671" r:id="rId1423"/>
    <p:sldId id="1672" r:id="rId1424"/>
    <p:sldId id="1673" r:id="rId1425"/>
    <p:sldId id="1674" r:id="rId1426"/>
    <p:sldId id="1675" r:id="rId1427"/>
    <p:sldId id="1676" r:id="rId1428"/>
    <p:sldId id="1677" r:id="rId1429"/>
    <p:sldId id="1678" r:id="rId1430"/>
    <p:sldId id="1679" r:id="rId1431"/>
    <p:sldId id="1680" r:id="rId1432"/>
    <p:sldId id="1681" r:id="rId1433"/>
    <p:sldId id="1682" r:id="rId1434"/>
    <p:sldId id="1683" r:id="rId1435"/>
    <p:sldId id="1684" r:id="rId1436"/>
    <p:sldId id="1685" r:id="rId1437"/>
    <p:sldId id="1686" r:id="rId1438"/>
    <p:sldId id="1687" r:id="rId1439"/>
    <p:sldId id="1688" r:id="rId1440"/>
    <p:sldId id="1689" r:id="rId1441"/>
    <p:sldId id="1690" r:id="rId1442"/>
    <p:sldId id="1691" r:id="rId1443"/>
    <p:sldId id="1692" r:id="rId1444"/>
    <p:sldId id="1693" r:id="rId1445"/>
    <p:sldId id="1694" r:id="rId1446"/>
    <p:sldId id="1695" r:id="rId1447"/>
    <p:sldId id="1696" r:id="rId1448"/>
    <p:sldId id="1697" r:id="rId1449"/>
    <p:sldId id="1698" r:id="rId1450"/>
    <p:sldId id="1699" r:id="rId1451"/>
    <p:sldId id="1700" r:id="rId1452"/>
    <p:sldId id="1701" r:id="rId1453"/>
    <p:sldId id="1702" r:id="rId1454"/>
    <p:sldId id="1703" r:id="rId1455"/>
    <p:sldId id="1704" r:id="rId1456"/>
    <p:sldId id="1705" r:id="rId1457"/>
    <p:sldId id="1706" r:id="rId1458"/>
    <p:sldId id="1707" r:id="rId1459"/>
    <p:sldId id="1708" r:id="rId1460"/>
    <p:sldId id="1709" r:id="rId1461"/>
    <p:sldId id="1710" r:id="rId1462"/>
    <p:sldId id="1711" r:id="rId1463"/>
    <p:sldId id="1712" r:id="rId1464"/>
    <p:sldId id="1713" r:id="rId1465"/>
    <p:sldId id="1714" r:id="rId1466"/>
    <p:sldId id="1715" r:id="rId1467"/>
    <p:sldId id="1716" r:id="rId1468"/>
    <p:sldId id="1717" r:id="rId1469"/>
    <p:sldId id="1718" r:id="rId1470"/>
    <p:sldId id="1719" r:id="rId1471"/>
    <p:sldId id="1720" r:id="rId1472"/>
    <p:sldId id="1721" r:id="rId1473"/>
    <p:sldId id="1722" r:id="rId1474"/>
    <p:sldId id="1723" r:id="rId1475"/>
    <p:sldId id="1724" r:id="rId1476"/>
    <p:sldId id="1725" r:id="rId1477"/>
    <p:sldId id="1726" r:id="rId1478"/>
    <p:sldId id="1727" r:id="rId1479"/>
    <p:sldId id="1728" r:id="rId1480"/>
    <p:sldId id="1729" r:id="rId1481"/>
    <p:sldId id="1730" r:id="rId1482"/>
    <p:sldId id="1731" r:id="rId1483"/>
    <p:sldId id="1732" r:id="rId1484"/>
    <p:sldId id="1733" r:id="rId1485"/>
    <p:sldId id="1734" r:id="rId1486"/>
    <p:sldId id="1735" r:id="rId1487"/>
    <p:sldId id="1736" r:id="rId1488"/>
    <p:sldId id="1737" r:id="rId1489"/>
    <p:sldId id="1738" r:id="rId1490"/>
    <p:sldId id="1739" r:id="rId1491"/>
    <p:sldId id="1740" r:id="rId1492"/>
    <p:sldId id="1741" r:id="rId1493"/>
    <p:sldId id="1742" r:id="rId1494"/>
    <p:sldId id="1743" r:id="rId1495"/>
    <p:sldId id="1744" r:id="rId1496"/>
    <p:sldId id="1745" r:id="rId1497"/>
    <p:sldId id="1746" r:id="rId1498"/>
    <p:sldId id="1747" r:id="rId1499"/>
    <p:sldId id="1748" r:id="rId1500"/>
    <p:sldId id="1749" r:id="rId1501"/>
    <p:sldId id="1750" r:id="rId1502"/>
    <p:sldId id="1751" r:id="rId1503"/>
    <p:sldId id="1752" r:id="rId1504"/>
    <p:sldId id="1753" r:id="rId1505"/>
    <p:sldId id="1754" r:id="rId1506"/>
    <p:sldId id="1755" r:id="rId1507"/>
    <p:sldId id="1756" r:id="rId1508"/>
    <p:sldId id="1757" r:id="rId1509"/>
    <p:sldId id="1758" r:id="rId1510"/>
    <p:sldId id="1759" r:id="rId1511"/>
    <p:sldId id="1760" r:id="rId1512"/>
    <p:sldId id="1761" r:id="rId1513"/>
    <p:sldId id="1762" r:id="rId1514"/>
    <p:sldId id="1763" r:id="rId1515"/>
    <p:sldId id="1764" r:id="rId1516"/>
    <p:sldId id="1765" r:id="rId1517"/>
    <p:sldId id="1766" r:id="rId1518"/>
    <p:sldId id="1767" r:id="rId1519"/>
    <p:sldId id="1768" r:id="rId1520"/>
    <p:sldId id="1769" r:id="rId1521"/>
    <p:sldId id="1770" r:id="rId1522"/>
    <p:sldId id="1771" r:id="rId1523"/>
    <p:sldId id="1772" r:id="rId1524"/>
    <p:sldId id="1773" r:id="rId1525"/>
    <p:sldId id="1774" r:id="rId1526"/>
    <p:sldId id="1775" r:id="rId1527"/>
    <p:sldId id="1776" r:id="rId1528"/>
    <p:sldId id="1777" r:id="rId1529"/>
    <p:sldId id="1778" r:id="rId1530"/>
    <p:sldId id="1779" r:id="rId1531"/>
    <p:sldId id="1780" r:id="rId1532"/>
    <p:sldId id="1781" r:id="rId1533"/>
    <p:sldId id="1782" r:id="rId1534"/>
    <p:sldId id="1783" r:id="rId1535"/>
    <p:sldId id="1784" r:id="rId1536"/>
    <p:sldId id="1785" r:id="rId1537"/>
    <p:sldId id="1786" r:id="rId1538"/>
    <p:sldId id="1787" r:id="rId1539"/>
    <p:sldId id="1788" r:id="rId1540"/>
    <p:sldId id="1789" r:id="rId1541"/>
    <p:sldId id="1790" r:id="rId1542"/>
    <p:sldId id="1791" r:id="rId1543"/>
    <p:sldId id="1792" r:id="rId1544"/>
    <p:sldId id="1793" r:id="rId1545"/>
    <p:sldId id="1794" r:id="rId1546"/>
    <p:sldId id="1795" r:id="rId1547"/>
    <p:sldId id="1796" r:id="rId1548"/>
    <p:sldId id="1797" r:id="rId1549"/>
    <p:sldId id="1798" r:id="rId1550"/>
    <p:sldId id="1799" r:id="rId1551"/>
    <p:sldId id="1800" r:id="rId1552"/>
    <p:sldId id="1801" r:id="rId1553"/>
    <p:sldId id="1802" r:id="rId1554"/>
    <p:sldId id="1803" r:id="rId1555"/>
    <p:sldId id="1804" r:id="rId1556"/>
    <p:sldId id="1805" r:id="rId1557"/>
    <p:sldId id="1806" r:id="rId1558"/>
    <p:sldId id="1807" r:id="rId1559"/>
    <p:sldId id="1808" r:id="rId1560"/>
    <p:sldId id="1809" r:id="rId1561"/>
    <p:sldId id="1810" r:id="rId1562"/>
    <p:sldId id="1811" r:id="rId1563"/>
    <p:sldId id="1812" r:id="rId1564"/>
    <p:sldId id="1813" r:id="rId1565"/>
    <p:sldId id="1814" r:id="rId1566"/>
    <p:sldId id="1815" r:id="rId1567"/>
    <p:sldId id="1816" r:id="rId1568"/>
    <p:sldId id="1817" r:id="rId1569"/>
    <p:sldId id="1818" r:id="rId1570"/>
    <p:sldId id="1819" r:id="rId1571"/>
    <p:sldId id="1820" r:id="rId1572"/>
    <p:sldId id="1821" r:id="rId1573"/>
    <p:sldId id="1822" r:id="rId1574"/>
    <p:sldId id="1823" r:id="rId1575"/>
    <p:sldId id="1824" r:id="rId1576"/>
    <p:sldId id="1825" r:id="rId1577"/>
    <p:sldId id="1826" r:id="rId1578"/>
    <p:sldId id="1827" r:id="rId1579"/>
    <p:sldId id="1828" r:id="rId1580"/>
    <p:sldId id="1829" r:id="rId1581"/>
    <p:sldId id="1830" r:id="rId1582"/>
    <p:sldId id="1831" r:id="rId1583"/>
    <p:sldId id="1832" r:id="rId1584"/>
    <p:sldId id="1833" r:id="rId1585"/>
    <p:sldId id="1834" r:id="rId1586"/>
    <p:sldId id="1835" r:id="rId1587"/>
    <p:sldId id="1836" r:id="rId1588"/>
    <p:sldId id="1837" r:id="rId1589"/>
    <p:sldId id="1838" r:id="rId1590"/>
    <p:sldId id="1839" r:id="rId1591"/>
    <p:sldId id="1840" r:id="rId1592"/>
    <p:sldId id="1841" r:id="rId1593"/>
    <p:sldId id="1842" r:id="rId1594"/>
    <p:sldId id="1843" r:id="rId1595"/>
    <p:sldId id="1844" r:id="rId1596"/>
    <p:sldId id="1845" r:id="rId1597"/>
    <p:sldId id="1846" r:id="rId1598"/>
    <p:sldId id="1847" r:id="rId1599"/>
    <p:sldId id="1848" r:id="rId1600"/>
    <p:sldId id="1849" r:id="rId1601"/>
    <p:sldId id="1850" r:id="rId1602"/>
    <p:sldId id="1851" r:id="rId1603"/>
    <p:sldId id="1852" r:id="rId1604"/>
    <p:sldId id="1853" r:id="rId1605"/>
    <p:sldId id="1854" r:id="rId1606"/>
    <p:sldId id="1855" r:id="rId1607"/>
    <p:sldId id="1856" r:id="rId1608"/>
    <p:sldId id="1857" r:id="rId1609"/>
    <p:sldId id="1858" r:id="rId1610"/>
    <p:sldId id="1859" r:id="rId1611"/>
    <p:sldId id="1860" r:id="rId1612"/>
    <p:sldId id="1861" r:id="rId1613"/>
    <p:sldId id="1862" r:id="rId1614"/>
    <p:sldId id="1863" r:id="rId1615"/>
    <p:sldId id="1864" r:id="rId1616"/>
    <p:sldId id="1865" r:id="rId1617"/>
    <p:sldId id="1866" r:id="rId1618"/>
    <p:sldId id="1867" r:id="rId1619"/>
    <p:sldId id="1868" r:id="rId1620"/>
    <p:sldId id="1869" r:id="rId1621"/>
    <p:sldId id="1870" r:id="rId1622"/>
    <p:sldId id="1871" r:id="rId1623"/>
    <p:sldId id="1872" r:id="rId1624"/>
    <p:sldId id="1873" r:id="rId1625"/>
    <p:sldId id="1874" r:id="rId1626"/>
    <p:sldId id="1875" r:id="rId1627"/>
    <p:sldId id="1876" r:id="rId1628"/>
    <p:sldId id="1877" r:id="rId1629"/>
    <p:sldId id="1878" r:id="rId1630"/>
    <p:sldId id="1879" r:id="rId1631"/>
    <p:sldId id="1880" r:id="rId1632"/>
    <p:sldId id="1881" r:id="rId1633"/>
    <p:sldId id="1882" r:id="rId1634"/>
    <p:sldId id="1883" r:id="rId1635"/>
    <p:sldId id="1884" r:id="rId1636"/>
    <p:sldId id="1885" r:id="rId1637"/>
    <p:sldId id="1886" r:id="rId1638"/>
    <p:sldId id="1887" r:id="rId1639"/>
    <p:sldId id="1888" r:id="rId1640"/>
    <p:sldId id="1889" r:id="rId1641"/>
    <p:sldId id="1890" r:id="rId1642"/>
    <p:sldId id="1891" r:id="rId1643"/>
    <p:sldId id="1892" r:id="rId1644"/>
    <p:sldId id="1893" r:id="rId1645"/>
    <p:sldId id="1894" r:id="rId1646"/>
    <p:sldId id="1895" r:id="rId1647"/>
    <p:sldId id="1896" r:id="rId1648"/>
    <p:sldId id="1897" r:id="rId1649"/>
    <p:sldId id="1898" r:id="rId1650"/>
    <p:sldId id="1899" r:id="rId1651"/>
    <p:sldId id="1900" r:id="rId1652"/>
    <p:sldId id="1901" r:id="rId1653"/>
    <p:sldId id="1902" r:id="rId1654"/>
    <p:sldId id="1903" r:id="rId1655"/>
    <p:sldId id="1904" r:id="rId1656"/>
    <p:sldId id="1905" r:id="rId1657"/>
    <p:sldId id="1906" r:id="rId1658"/>
    <p:sldId id="1907" r:id="rId1659"/>
    <p:sldId id="1908" r:id="rId1660"/>
    <p:sldId id="1909" r:id="rId1661"/>
    <p:sldId id="1910" r:id="rId1662"/>
    <p:sldId id="1911" r:id="rId1663"/>
    <p:sldId id="1912" r:id="rId1664"/>
    <p:sldId id="1913" r:id="rId1665"/>
    <p:sldId id="1914" r:id="rId1666"/>
    <p:sldId id="1915" r:id="rId1667"/>
    <p:sldId id="1916" r:id="rId1668"/>
    <p:sldId id="1917" r:id="rId1669"/>
    <p:sldId id="1918" r:id="rId1670"/>
    <p:sldId id="1919" r:id="rId1671"/>
    <p:sldId id="1920" r:id="rId1672"/>
    <p:sldId id="1921" r:id="rId1673"/>
    <p:sldId id="1922" r:id="rId1674"/>
    <p:sldId id="1923" r:id="rId1675"/>
    <p:sldId id="1924" r:id="rId1676"/>
    <p:sldId id="1925" r:id="rId1677"/>
    <p:sldId id="1926" r:id="rId1678"/>
    <p:sldId id="1927" r:id="rId1679"/>
    <p:sldId id="1928" r:id="rId1680"/>
    <p:sldId id="1929" r:id="rId1681"/>
    <p:sldId id="1930" r:id="rId1682"/>
    <p:sldId id="1931" r:id="rId1683"/>
    <p:sldId id="1932" r:id="rId1684"/>
    <p:sldId id="1933" r:id="rId1685"/>
    <p:sldId id="1934" r:id="rId1686"/>
    <p:sldId id="1935" r:id="rId1687"/>
    <p:sldId id="1936" r:id="rId1688"/>
    <p:sldId id="1937" r:id="rId1689"/>
    <p:sldId id="1938" r:id="rId1690"/>
    <p:sldId id="1939" r:id="rId1691"/>
    <p:sldId id="1940" r:id="rId1692"/>
    <p:sldId id="1941" r:id="rId1693"/>
    <p:sldId id="1942" r:id="rId1694"/>
    <p:sldId id="1943" r:id="rId1695"/>
    <p:sldId id="1944" r:id="rId1696"/>
    <p:sldId id="1945" r:id="rId1697"/>
    <p:sldId id="1946" r:id="rId1698"/>
    <p:sldId id="1947" r:id="rId1699"/>
    <p:sldId id="1948" r:id="rId1700"/>
    <p:sldId id="1949" r:id="rId1701"/>
    <p:sldId id="1950" r:id="rId1702"/>
    <p:sldId id="1951" r:id="rId1703"/>
    <p:sldId id="1952" r:id="rId1704"/>
    <p:sldId id="1953" r:id="rId1705"/>
    <p:sldId id="1954" r:id="rId1706"/>
    <p:sldId id="1955" r:id="rId1707"/>
    <p:sldId id="1956" r:id="rId1708"/>
    <p:sldId id="1957" r:id="rId1709"/>
    <p:sldId id="1958" r:id="rId1710"/>
    <p:sldId id="1959" r:id="rId1711"/>
    <p:sldId id="1960" r:id="rId1712"/>
    <p:sldId id="1961" r:id="rId1713"/>
    <p:sldId id="1962" r:id="rId1714"/>
    <p:sldId id="1963" r:id="rId1715"/>
    <p:sldId id="1964" r:id="rId1716"/>
    <p:sldId id="1965" r:id="rId1717"/>
    <p:sldId id="1966" r:id="rId1718"/>
    <p:sldId id="1967" r:id="rId1719"/>
    <p:sldId id="1968" r:id="rId1720"/>
    <p:sldId id="1969" r:id="rId1721"/>
    <p:sldId id="1970" r:id="rId1722"/>
    <p:sldId id="1971" r:id="rId1723"/>
    <p:sldId id="1972" r:id="rId1724"/>
    <p:sldId id="1973" r:id="rId1725"/>
    <p:sldId id="1974" r:id="rId1726"/>
    <p:sldId id="1975" r:id="rId1727"/>
    <p:sldId id="1976" r:id="rId1728"/>
    <p:sldId id="1977" r:id="rId1729"/>
    <p:sldId id="1978" r:id="rId1730"/>
    <p:sldId id="1979" r:id="rId1731"/>
    <p:sldId id="1980" r:id="rId1732"/>
    <p:sldId id="1981" r:id="rId1733"/>
    <p:sldId id="1982" r:id="rId1734"/>
    <p:sldId id="1983" r:id="rId1735"/>
    <p:sldId id="1984" r:id="rId1736"/>
    <p:sldId id="1985" r:id="rId1737"/>
    <p:sldId id="1986" r:id="rId1738"/>
    <p:sldId id="1987" r:id="rId1739"/>
    <p:sldId id="1988" r:id="rId1740"/>
    <p:sldId id="1989" r:id="rId1741"/>
    <p:sldId id="1990" r:id="rId1742"/>
    <p:sldId id="1991" r:id="rId1743"/>
    <p:sldId id="1992" r:id="rId1744"/>
    <p:sldId id="1993" r:id="rId1745"/>
    <p:sldId id="1994" r:id="rId1746"/>
    <p:sldId id="1995" r:id="rId1747"/>
    <p:sldId id="1996" r:id="rId1748"/>
    <p:sldId id="1997" r:id="rId1749"/>
    <p:sldId id="1998" r:id="rId1750"/>
    <p:sldId id="1999" r:id="rId1751"/>
    <p:sldId id="2000" r:id="rId1752"/>
    <p:sldId id="2001" r:id="rId1753"/>
    <p:sldId id="2002" r:id="rId1754"/>
    <p:sldId id="2003" r:id="rId1755"/>
    <p:sldId id="2004" r:id="rId1756"/>
    <p:sldId id="2005" r:id="rId1757"/>
    <p:sldId id="2006" r:id="rId1758"/>
    <p:sldId id="2007" r:id="rId1759"/>
    <p:sldId id="2008" r:id="rId1760"/>
    <p:sldId id="2009" r:id="rId1761"/>
    <p:sldId id="2010" r:id="rId1762"/>
    <p:sldId id="2011" r:id="rId1763"/>
    <p:sldId id="2012" r:id="rId1764"/>
    <p:sldId id="2013" r:id="rId1765"/>
    <p:sldId id="2014" r:id="rId1766"/>
    <p:sldId id="2015" r:id="rId1767"/>
    <p:sldId id="2016" r:id="rId1768"/>
    <p:sldId id="2017" r:id="rId1769"/>
    <p:sldId id="2018" r:id="rId1770"/>
    <p:sldId id="2019" r:id="rId1771"/>
    <p:sldId id="2020" r:id="rId1772"/>
    <p:sldId id="2021" r:id="rId1773"/>
    <p:sldId id="2022" r:id="rId1774"/>
    <p:sldId id="2023" r:id="rId1775"/>
    <p:sldId id="2024" r:id="rId1776"/>
    <p:sldId id="2025" r:id="rId1777"/>
    <p:sldId id="2026" r:id="rId1778"/>
    <p:sldId id="2027" r:id="rId1779"/>
    <p:sldId id="2028" r:id="rId1780"/>
    <p:sldId id="2029" r:id="rId1781"/>
    <p:sldId id="2030" r:id="rId1782"/>
    <p:sldId id="2031" r:id="rId1783"/>
    <p:sldId id="2032" r:id="rId1784"/>
    <p:sldId id="2033" r:id="rId1785"/>
    <p:sldId id="2034" r:id="rId1786"/>
    <p:sldId id="2035" r:id="rId1787"/>
    <p:sldId id="2036" r:id="rId1788"/>
    <p:sldId id="2037" r:id="rId1789"/>
    <p:sldId id="2038" r:id="rId1790"/>
    <p:sldId id="2039" r:id="rId1791"/>
    <p:sldId id="2040" r:id="rId1792"/>
    <p:sldId id="2041" r:id="rId1793"/>
    <p:sldId id="2042" r:id="rId1794"/>
    <p:sldId id="2043" r:id="rId1795"/>
    <p:sldId id="2044" r:id="rId1796"/>
    <p:sldId id="2045" r:id="rId1797"/>
    <p:sldId id="2046" r:id="rId1798"/>
    <p:sldId id="2047" r:id="rId1799"/>
    <p:sldId id="2048" r:id="rId1800"/>
    <p:sldId id="2049" r:id="rId1801"/>
    <p:sldId id="2050" r:id="rId1802"/>
    <p:sldId id="2051" r:id="rId1803"/>
    <p:sldId id="2052" r:id="rId1804"/>
    <p:sldId id="2053" r:id="rId1805"/>
    <p:sldId id="2054" r:id="rId1806"/>
    <p:sldId id="2055" r:id="rId1807"/>
    <p:sldId id="2056" r:id="rId1808"/>
    <p:sldId id="2057" r:id="rId1809"/>
    <p:sldId id="2058" r:id="rId1810"/>
    <p:sldId id="2059" r:id="rId1811"/>
    <p:sldId id="2060" r:id="rId1812"/>
    <p:sldId id="2061" r:id="rId1813"/>
    <p:sldId id="2062" r:id="rId1814"/>
    <p:sldId id="2063" r:id="rId1815"/>
    <p:sldId id="2064" r:id="rId1816"/>
    <p:sldId id="2065" r:id="rId1817"/>
    <p:sldId id="2066" r:id="rId1818"/>
    <p:sldId id="2067" r:id="rId1819"/>
    <p:sldId id="2068" r:id="rId1820"/>
    <p:sldId id="2069" r:id="rId1821"/>
    <p:sldId id="2070" r:id="rId1822"/>
    <p:sldId id="2071" r:id="rId1823"/>
    <p:sldId id="2072" r:id="rId1824"/>
    <p:sldId id="2073" r:id="rId1825"/>
    <p:sldId id="2074" r:id="rId1826"/>
    <p:sldId id="2075" r:id="rId1827"/>
    <p:sldId id="2076" r:id="rId1828"/>
    <p:sldId id="2077" r:id="rId1829"/>
    <p:sldId id="2078" r:id="rId1830"/>
    <p:sldId id="2079" r:id="rId1831"/>
    <p:sldId id="2080" r:id="rId1832"/>
    <p:sldId id="2081" r:id="rId1833"/>
    <p:sldId id="2082" r:id="rId1834"/>
    <p:sldId id="2083" r:id="rId1835"/>
    <p:sldId id="2084" r:id="rId1836"/>
    <p:sldId id="2085" r:id="rId1837"/>
    <p:sldId id="2086" r:id="rId1838"/>
    <p:sldId id="2087" r:id="rId1839"/>
    <p:sldId id="2088" r:id="rId1840"/>
    <p:sldId id="2089" r:id="rId1841"/>
    <p:sldId id="2090" r:id="rId184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92928-F3EB-4E8F-9AC9-1DE1824071DD}" v="1" dt="2025-09-14T10:56:43.7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76" y="3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95.xml"/><Relationship Id="rId3" Type="http://schemas.openxmlformats.org/officeDocument/2006/relationships/slide" Target="slides/slide1194.xml"/><Relationship Id="rId4" Type="http://schemas.openxmlformats.org/officeDocument/2006/relationships/slide" Target="slides/slide1193.xml"/><Relationship Id="rId5" Type="http://schemas.openxmlformats.org/officeDocument/2006/relationships/slide" Target="slides/slide1192.xml"/><Relationship Id="rId6" Type="http://schemas.openxmlformats.org/officeDocument/2006/relationships/slide" Target="slides/slide1191.xml"/><Relationship Id="rId7" Type="http://schemas.openxmlformats.org/officeDocument/2006/relationships/slide" Target="slides/slide119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Relationship Id="rId472" Type="http://schemas.openxmlformats.org/officeDocument/2006/relationships/slide" Target="slides/slide465.xml"/><Relationship Id="rId473" Type="http://schemas.openxmlformats.org/officeDocument/2006/relationships/slide" Target="slides/slide466.xml"/><Relationship Id="rId474" Type="http://schemas.openxmlformats.org/officeDocument/2006/relationships/slide" Target="slides/slide467.xml"/><Relationship Id="rId475" Type="http://schemas.openxmlformats.org/officeDocument/2006/relationships/slide" Target="slides/slide468.xml"/><Relationship Id="rId476" Type="http://schemas.openxmlformats.org/officeDocument/2006/relationships/slide" Target="slides/slide469.xml"/><Relationship Id="rId477" Type="http://schemas.openxmlformats.org/officeDocument/2006/relationships/slide" Target="slides/slide470.xml"/><Relationship Id="rId478" Type="http://schemas.openxmlformats.org/officeDocument/2006/relationships/slide" Target="slides/slide471.xml"/><Relationship Id="rId479" Type="http://schemas.openxmlformats.org/officeDocument/2006/relationships/slide" Target="slides/slide472.xml"/><Relationship Id="rId480" Type="http://schemas.openxmlformats.org/officeDocument/2006/relationships/slide" Target="slides/slide473.xml"/><Relationship Id="rId481" Type="http://schemas.openxmlformats.org/officeDocument/2006/relationships/slide" Target="slides/slide474.xml"/><Relationship Id="rId482" Type="http://schemas.openxmlformats.org/officeDocument/2006/relationships/slide" Target="slides/slide475.xml"/><Relationship Id="rId483" Type="http://schemas.openxmlformats.org/officeDocument/2006/relationships/slide" Target="slides/slide476.xml"/><Relationship Id="rId484" Type="http://schemas.openxmlformats.org/officeDocument/2006/relationships/slide" Target="slides/slide477.xml"/><Relationship Id="rId485" Type="http://schemas.openxmlformats.org/officeDocument/2006/relationships/slide" Target="slides/slide478.xml"/><Relationship Id="rId486" Type="http://schemas.openxmlformats.org/officeDocument/2006/relationships/slide" Target="slides/slide479.xml"/><Relationship Id="rId487" Type="http://schemas.openxmlformats.org/officeDocument/2006/relationships/slide" Target="slides/slide480.xml"/><Relationship Id="rId488" Type="http://schemas.openxmlformats.org/officeDocument/2006/relationships/slide" Target="slides/slide481.xml"/><Relationship Id="rId489" Type="http://schemas.openxmlformats.org/officeDocument/2006/relationships/slide" Target="slides/slide482.xml"/><Relationship Id="rId490" Type="http://schemas.openxmlformats.org/officeDocument/2006/relationships/slide" Target="slides/slide483.xml"/><Relationship Id="rId491" Type="http://schemas.openxmlformats.org/officeDocument/2006/relationships/slide" Target="slides/slide484.xml"/><Relationship Id="rId492" Type="http://schemas.openxmlformats.org/officeDocument/2006/relationships/slide" Target="slides/slide485.xml"/><Relationship Id="rId493" Type="http://schemas.openxmlformats.org/officeDocument/2006/relationships/slide" Target="slides/slide486.xml"/><Relationship Id="rId494" Type="http://schemas.openxmlformats.org/officeDocument/2006/relationships/slide" Target="slides/slide487.xml"/><Relationship Id="rId495" Type="http://schemas.openxmlformats.org/officeDocument/2006/relationships/slide" Target="slides/slide488.xml"/><Relationship Id="rId496" Type="http://schemas.openxmlformats.org/officeDocument/2006/relationships/slide" Target="slides/slide489.xml"/><Relationship Id="rId497" Type="http://schemas.openxmlformats.org/officeDocument/2006/relationships/slide" Target="slides/slide490.xml"/><Relationship Id="rId498" Type="http://schemas.openxmlformats.org/officeDocument/2006/relationships/slide" Target="slides/slide491.xml"/><Relationship Id="rId499" Type="http://schemas.openxmlformats.org/officeDocument/2006/relationships/slide" Target="slides/slide492.xml"/><Relationship Id="rId500" Type="http://schemas.openxmlformats.org/officeDocument/2006/relationships/slide" Target="slides/slide493.xml"/><Relationship Id="rId501" Type="http://schemas.openxmlformats.org/officeDocument/2006/relationships/slide" Target="slides/slide494.xml"/><Relationship Id="rId502" Type="http://schemas.openxmlformats.org/officeDocument/2006/relationships/slide" Target="slides/slide495.xml"/><Relationship Id="rId503" Type="http://schemas.openxmlformats.org/officeDocument/2006/relationships/slide" Target="slides/slide496.xml"/><Relationship Id="rId504" Type="http://schemas.openxmlformats.org/officeDocument/2006/relationships/slide" Target="slides/slide497.xml"/><Relationship Id="rId505" Type="http://schemas.openxmlformats.org/officeDocument/2006/relationships/slide" Target="slides/slide498.xml"/><Relationship Id="rId506" Type="http://schemas.openxmlformats.org/officeDocument/2006/relationships/slide" Target="slides/slide499.xml"/><Relationship Id="rId507" Type="http://schemas.openxmlformats.org/officeDocument/2006/relationships/slide" Target="slides/slide500.xml"/><Relationship Id="rId508" Type="http://schemas.openxmlformats.org/officeDocument/2006/relationships/slide" Target="slides/slide501.xml"/><Relationship Id="rId509" Type="http://schemas.openxmlformats.org/officeDocument/2006/relationships/slide" Target="slides/slide502.xml"/><Relationship Id="rId510" Type="http://schemas.openxmlformats.org/officeDocument/2006/relationships/slide" Target="slides/slide503.xml"/><Relationship Id="rId511" Type="http://schemas.openxmlformats.org/officeDocument/2006/relationships/slide" Target="slides/slide504.xml"/><Relationship Id="rId512" Type="http://schemas.openxmlformats.org/officeDocument/2006/relationships/slide" Target="slides/slide505.xml"/><Relationship Id="rId513" Type="http://schemas.openxmlformats.org/officeDocument/2006/relationships/slide" Target="slides/slide506.xml"/><Relationship Id="rId514" Type="http://schemas.openxmlformats.org/officeDocument/2006/relationships/slide" Target="slides/slide507.xml"/><Relationship Id="rId515" Type="http://schemas.openxmlformats.org/officeDocument/2006/relationships/slide" Target="slides/slide508.xml"/><Relationship Id="rId516" Type="http://schemas.openxmlformats.org/officeDocument/2006/relationships/slide" Target="slides/slide509.xml"/><Relationship Id="rId517" Type="http://schemas.openxmlformats.org/officeDocument/2006/relationships/slide" Target="slides/slide510.xml"/><Relationship Id="rId518" Type="http://schemas.openxmlformats.org/officeDocument/2006/relationships/slide" Target="slides/slide511.xml"/><Relationship Id="rId519" Type="http://schemas.openxmlformats.org/officeDocument/2006/relationships/slide" Target="slides/slide512.xml"/><Relationship Id="rId520" Type="http://schemas.openxmlformats.org/officeDocument/2006/relationships/slide" Target="slides/slide513.xml"/><Relationship Id="rId521" Type="http://schemas.openxmlformats.org/officeDocument/2006/relationships/slide" Target="slides/slide514.xml"/><Relationship Id="rId522" Type="http://schemas.openxmlformats.org/officeDocument/2006/relationships/slide" Target="slides/slide515.xml"/><Relationship Id="rId523" Type="http://schemas.openxmlformats.org/officeDocument/2006/relationships/slide" Target="slides/slide516.xml"/><Relationship Id="rId524" Type="http://schemas.openxmlformats.org/officeDocument/2006/relationships/slide" Target="slides/slide517.xml"/><Relationship Id="rId525" Type="http://schemas.openxmlformats.org/officeDocument/2006/relationships/slide" Target="slides/slide518.xml"/><Relationship Id="rId526" Type="http://schemas.openxmlformats.org/officeDocument/2006/relationships/slide" Target="slides/slide519.xml"/><Relationship Id="rId527" Type="http://schemas.openxmlformats.org/officeDocument/2006/relationships/slide" Target="slides/slide520.xml"/><Relationship Id="rId528" Type="http://schemas.openxmlformats.org/officeDocument/2006/relationships/slide" Target="slides/slide521.xml"/><Relationship Id="rId529" Type="http://schemas.openxmlformats.org/officeDocument/2006/relationships/slide" Target="slides/slide522.xml"/><Relationship Id="rId530" Type="http://schemas.openxmlformats.org/officeDocument/2006/relationships/slide" Target="slides/slide523.xml"/><Relationship Id="rId531" Type="http://schemas.openxmlformats.org/officeDocument/2006/relationships/slide" Target="slides/slide524.xml"/><Relationship Id="rId532" Type="http://schemas.openxmlformats.org/officeDocument/2006/relationships/slide" Target="slides/slide525.xml"/><Relationship Id="rId533" Type="http://schemas.openxmlformats.org/officeDocument/2006/relationships/slide" Target="slides/slide526.xml"/><Relationship Id="rId534" Type="http://schemas.openxmlformats.org/officeDocument/2006/relationships/slide" Target="slides/slide527.xml"/><Relationship Id="rId535" Type="http://schemas.openxmlformats.org/officeDocument/2006/relationships/slide" Target="slides/slide528.xml"/><Relationship Id="rId536" Type="http://schemas.openxmlformats.org/officeDocument/2006/relationships/slide" Target="slides/slide529.xml"/><Relationship Id="rId537" Type="http://schemas.openxmlformats.org/officeDocument/2006/relationships/slide" Target="slides/slide530.xml"/><Relationship Id="rId538" Type="http://schemas.openxmlformats.org/officeDocument/2006/relationships/slide" Target="slides/slide531.xml"/><Relationship Id="rId539" Type="http://schemas.openxmlformats.org/officeDocument/2006/relationships/slide" Target="slides/slide532.xml"/><Relationship Id="rId540" Type="http://schemas.openxmlformats.org/officeDocument/2006/relationships/slide" Target="slides/slide533.xml"/><Relationship Id="rId541" Type="http://schemas.openxmlformats.org/officeDocument/2006/relationships/slide" Target="slides/slide534.xml"/><Relationship Id="rId542" Type="http://schemas.openxmlformats.org/officeDocument/2006/relationships/slide" Target="slides/slide535.xml"/><Relationship Id="rId543" Type="http://schemas.openxmlformats.org/officeDocument/2006/relationships/slide" Target="slides/slide536.xml"/><Relationship Id="rId544" Type="http://schemas.openxmlformats.org/officeDocument/2006/relationships/slide" Target="slides/slide537.xml"/><Relationship Id="rId545" Type="http://schemas.openxmlformats.org/officeDocument/2006/relationships/slide" Target="slides/slide538.xml"/><Relationship Id="rId546" Type="http://schemas.openxmlformats.org/officeDocument/2006/relationships/slide" Target="slides/slide539.xml"/><Relationship Id="rId547" Type="http://schemas.openxmlformats.org/officeDocument/2006/relationships/slide" Target="slides/slide540.xml"/><Relationship Id="rId548" Type="http://schemas.openxmlformats.org/officeDocument/2006/relationships/slide" Target="slides/slide541.xml"/><Relationship Id="rId549" Type="http://schemas.openxmlformats.org/officeDocument/2006/relationships/slide" Target="slides/slide542.xml"/><Relationship Id="rId550" Type="http://schemas.openxmlformats.org/officeDocument/2006/relationships/slide" Target="slides/slide543.xml"/><Relationship Id="rId551" Type="http://schemas.openxmlformats.org/officeDocument/2006/relationships/slide" Target="slides/slide544.xml"/><Relationship Id="rId552" Type="http://schemas.openxmlformats.org/officeDocument/2006/relationships/slide" Target="slides/slide545.xml"/><Relationship Id="rId553" Type="http://schemas.openxmlformats.org/officeDocument/2006/relationships/slide" Target="slides/slide546.xml"/><Relationship Id="rId554" Type="http://schemas.openxmlformats.org/officeDocument/2006/relationships/slide" Target="slides/slide547.xml"/><Relationship Id="rId555" Type="http://schemas.openxmlformats.org/officeDocument/2006/relationships/slide" Target="slides/slide548.xml"/><Relationship Id="rId556" Type="http://schemas.openxmlformats.org/officeDocument/2006/relationships/slide" Target="slides/slide549.xml"/><Relationship Id="rId557" Type="http://schemas.openxmlformats.org/officeDocument/2006/relationships/slide" Target="slides/slide550.xml"/><Relationship Id="rId558" Type="http://schemas.openxmlformats.org/officeDocument/2006/relationships/slide" Target="slides/slide551.xml"/><Relationship Id="rId559" Type="http://schemas.openxmlformats.org/officeDocument/2006/relationships/slide" Target="slides/slide552.xml"/><Relationship Id="rId560" Type="http://schemas.openxmlformats.org/officeDocument/2006/relationships/slide" Target="slides/slide553.xml"/><Relationship Id="rId561" Type="http://schemas.openxmlformats.org/officeDocument/2006/relationships/slide" Target="slides/slide554.xml"/><Relationship Id="rId562" Type="http://schemas.openxmlformats.org/officeDocument/2006/relationships/slide" Target="slides/slide555.xml"/><Relationship Id="rId563" Type="http://schemas.openxmlformats.org/officeDocument/2006/relationships/slide" Target="slides/slide556.xml"/><Relationship Id="rId564" Type="http://schemas.openxmlformats.org/officeDocument/2006/relationships/slide" Target="slides/slide557.xml"/><Relationship Id="rId565" Type="http://schemas.openxmlformats.org/officeDocument/2006/relationships/slide" Target="slides/slide558.xml"/><Relationship Id="rId566" Type="http://schemas.openxmlformats.org/officeDocument/2006/relationships/slide" Target="slides/slide559.xml"/><Relationship Id="rId567" Type="http://schemas.openxmlformats.org/officeDocument/2006/relationships/slide" Target="slides/slide560.xml"/><Relationship Id="rId568" Type="http://schemas.openxmlformats.org/officeDocument/2006/relationships/slide" Target="slides/slide561.xml"/><Relationship Id="rId569" Type="http://schemas.openxmlformats.org/officeDocument/2006/relationships/slide" Target="slides/slide562.xml"/><Relationship Id="rId570" Type="http://schemas.openxmlformats.org/officeDocument/2006/relationships/slide" Target="slides/slide563.xml"/><Relationship Id="rId571" Type="http://schemas.openxmlformats.org/officeDocument/2006/relationships/slide" Target="slides/slide564.xml"/><Relationship Id="rId572" Type="http://schemas.openxmlformats.org/officeDocument/2006/relationships/slide" Target="slides/slide565.xml"/><Relationship Id="rId573" Type="http://schemas.openxmlformats.org/officeDocument/2006/relationships/slide" Target="slides/slide566.xml"/><Relationship Id="rId574" Type="http://schemas.openxmlformats.org/officeDocument/2006/relationships/slide" Target="slides/slide567.xml"/><Relationship Id="rId575" Type="http://schemas.openxmlformats.org/officeDocument/2006/relationships/slide" Target="slides/slide568.xml"/><Relationship Id="rId576" Type="http://schemas.openxmlformats.org/officeDocument/2006/relationships/slide" Target="slides/slide569.xml"/><Relationship Id="rId577" Type="http://schemas.openxmlformats.org/officeDocument/2006/relationships/slide" Target="slides/slide570.xml"/><Relationship Id="rId578" Type="http://schemas.openxmlformats.org/officeDocument/2006/relationships/slide" Target="slides/slide571.xml"/><Relationship Id="rId579" Type="http://schemas.openxmlformats.org/officeDocument/2006/relationships/slide" Target="slides/slide572.xml"/><Relationship Id="rId580" Type="http://schemas.openxmlformats.org/officeDocument/2006/relationships/slide" Target="slides/slide573.xml"/><Relationship Id="rId581" Type="http://schemas.openxmlformats.org/officeDocument/2006/relationships/slide" Target="slides/slide574.xml"/><Relationship Id="rId582" Type="http://schemas.openxmlformats.org/officeDocument/2006/relationships/slide" Target="slides/slide575.xml"/><Relationship Id="rId583" Type="http://schemas.openxmlformats.org/officeDocument/2006/relationships/slide" Target="slides/slide576.xml"/><Relationship Id="rId584" Type="http://schemas.openxmlformats.org/officeDocument/2006/relationships/slide" Target="slides/slide577.xml"/><Relationship Id="rId585" Type="http://schemas.openxmlformats.org/officeDocument/2006/relationships/slide" Target="slides/slide578.xml"/><Relationship Id="rId586" Type="http://schemas.openxmlformats.org/officeDocument/2006/relationships/slide" Target="slides/slide579.xml"/><Relationship Id="rId587" Type="http://schemas.openxmlformats.org/officeDocument/2006/relationships/slide" Target="slides/slide580.xml"/><Relationship Id="rId588" Type="http://schemas.openxmlformats.org/officeDocument/2006/relationships/slide" Target="slides/slide581.xml"/><Relationship Id="rId589" Type="http://schemas.openxmlformats.org/officeDocument/2006/relationships/slide" Target="slides/slide582.xml"/><Relationship Id="rId590" Type="http://schemas.openxmlformats.org/officeDocument/2006/relationships/slide" Target="slides/slide583.xml"/><Relationship Id="rId591" Type="http://schemas.openxmlformats.org/officeDocument/2006/relationships/slide" Target="slides/slide584.xml"/><Relationship Id="rId592" Type="http://schemas.openxmlformats.org/officeDocument/2006/relationships/slide" Target="slides/slide585.xml"/><Relationship Id="rId593" Type="http://schemas.openxmlformats.org/officeDocument/2006/relationships/slide" Target="slides/slide586.xml"/><Relationship Id="rId594" Type="http://schemas.openxmlformats.org/officeDocument/2006/relationships/slide" Target="slides/slide587.xml"/><Relationship Id="rId595" Type="http://schemas.openxmlformats.org/officeDocument/2006/relationships/slide" Target="slides/slide588.xml"/><Relationship Id="rId596" Type="http://schemas.openxmlformats.org/officeDocument/2006/relationships/slide" Target="slides/slide589.xml"/><Relationship Id="rId597" Type="http://schemas.openxmlformats.org/officeDocument/2006/relationships/slide" Target="slides/slide590.xml"/><Relationship Id="rId598" Type="http://schemas.openxmlformats.org/officeDocument/2006/relationships/slide" Target="slides/slide591.xml"/><Relationship Id="rId599" Type="http://schemas.openxmlformats.org/officeDocument/2006/relationships/slide" Target="slides/slide592.xml"/><Relationship Id="rId600" Type="http://schemas.openxmlformats.org/officeDocument/2006/relationships/slide" Target="slides/slide593.xml"/><Relationship Id="rId601" Type="http://schemas.openxmlformats.org/officeDocument/2006/relationships/slide" Target="slides/slide594.xml"/><Relationship Id="rId602" Type="http://schemas.openxmlformats.org/officeDocument/2006/relationships/slide" Target="slides/slide595.xml"/><Relationship Id="rId603" Type="http://schemas.openxmlformats.org/officeDocument/2006/relationships/slide" Target="slides/slide596.xml"/><Relationship Id="rId604" Type="http://schemas.openxmlformats.org/officeDocument/2006/relationships/slide" Target="slides/slide597.xml"/><Relationship Id="rId605" Type="http://schemas.openxmlformats.org/officeDocument/2006/relationships/slide" Target="slides/slide598.xml"/><Relationship Id="rId606" Type="http://schemas.openxmlformats.org/officeDocument/2006/relationships/slide" Target="slides/slide599.xml"/><Relationship Id="rId607" Type="http://schemas.openxmlformats.org/officeDocument/2006/relationships/slide" Target="slides/slide600.xml"/><Relationship Id="rId608" Type="http://schemas.openxmlformats.org/officeDocument/2006/relationships/slide" Target="slides/slide601.xml"/><Relationship Id="rId609" Type="http://schemas.openxmlformats.org/officeDocument/2006/relationships/slide" Target="slides/slide602.xml"/><Relationship Id="rId610" Type="http://schemas.openxmlformats.org/officeDocument/2006/relationships/slide" Target="slides/slide603.xml"/><Relationship Id="rId611" Type="http://schemas.openxmlformats.org/officeDocument/2006/relationships/slide" Target="slides/slide604.xml"/><Relationship Id="rId612" Type="http://schemas.openxmlformats.org/officeDocument/2006/relationships/slide" Target="slides/slide605.xml"/><Relationship Id="rId613" Type="http://schemas.openxmlformats.org/officeDocument/2006/relationships/slide" Target="slides/slide606.xml"/><Relationship Id="rId614" Type="http://schemas.openxmlformats.org/officeDocument/2006/relationships/slide" Target="slides/slide607.xml"/><Relationship Id="rId615" Type="http://schemas.openxmlformats.org/officeDocument/2006/relationships/slide" Target="slides/slide608.xml"/><Relationship Id="rId616" Type="http://schemas.openxmlformats.org/officeDocument/2006/relationships/slide" Target="slides/slide609.xml"/><Relationship Id="rId617" Type="http://schemas.openxmlformats.org/officeDocument/2006/relationships/slide" Target="slides/slide610.xml"/><Relationship Id="rId618" Type="http://schemas.openxmlformats.org/officeDocument/2006/relationships/slide" Target="slides/slide611.xml"/><Relationship Id="rId619" Type="http://schemas.openxmlformats.org/officeDocument/2006/relationships/slide" Target="slides/slide612.xml"/><Relationship Id="rId620" Type="http://schemas.openxmlformats.org/officeDocument/2006/relationships/slide" Target="slides/slide613.xml"/><Relationship Id="rId621" Type="http://schemas.openxmlformats.org/officeDocument/2006/relationships/slide" Target="slides/slide614.xml"/><Relationship Id="rId622" Type="http://schemas.openxmlformats.org/officeDocument/2006/relationships/slide" Target="slides/slide615.xml"/><Relationship Id="rId623" Type="http://schemas.openxmlformats.org/officeDocument/2006/relationships/slide" Target="slides/slide616.xml"/><Relationship Id="rId624" Type="http://schemas.openxmlformats.org/officeDocument/2006/relationships/slide" Target="slides/slide617.xml"/><Relationship Id="rId625" Type="http://schemas.openxmlformats.org/officeDocument/2006/relationships/slide" Target="slides/slide618.xml"/><Relationship Id="rId626" Type="http://schemas.openxmlformats.org/officeDocument/2006/relationships/slide" Target="slides/slide619.xml"/><Relationship Id="rId627" Type="http://schemas.openxmlformats.org/officeDocument/2006/relationships/slide" Target="slides/slide620.xml"/><Relationship Id="rId628" Type="http://schemas.openxmlformats.org/officeDocument/2006/relationships/slide" Target="slides/slide621.xml"/><Relationship Id="rId629" Type="http://schemas.openxmlformats.org/officeDocument/2006/relationships/slide" Target="slides/slide622.xml"/><Relationship Id="rId630" Type="http://schemas.openxmlformats.org/officeDocument/2006/relationships/slide" Target="slides/slide623.xml"/><Relationship Id="rId631" Type="http://schemas.openxmlformats.org/officeDocument/2006/relationships/slide" Target="slides/slide624.xml"/><Relationship Id="rId632" Type="http://schemas.openxmlformats.org/officeDocument/2006/relationships/slide" Target="slides/slide625.xml"/><Relationship Id="rId633" Type="http://schemas.openxmlformats.org/officeDocument/2006/relationships/slide" Target="slides/slide626.xml"/><Relationship Id="rId634" Type="http://schemas.openxmlformats.org/officeDocument/2006/relationships/slide" Target="slides/slide627.xml"/><Relationship Id="rId635" Type="http://schemas.openxmlformats.org/officeDocument/2006/relationships/slide" Target="slides/slide628.xml"/><Relationship Id="rId636" Type="http://schemas.openxmlformats.org/officeDocument/2006/relationships/slide" Target="slides/slide629.xml"/><Relationship Id="rId637" Type="http://schemas.openxmlformats.org/officeDocument/2006/relationships/slide" Target="slides/slide630.xml"/><Relationship Id="rId638" Type="http://schemas.openxmlformats.org/officeDocument/2006/relationships/slide" Target="slides/slide631.xml"/><Relationship Id="rId639" Type="http://schemas.openxmlformats.org/officeDocument/2006/relationships/slide" Target="slides/slide632.xml"/><Relationship Id="rId640" Type="http://schemas.openxmlformats.org/officeDocument/2006/relationships/slide" Target="slides/slide633.xml"/><Relationship Id="rId641" Type="http://schemas.openxmlformats.org/officeDocument/2006/relationships/slide" Target="slides/slide634.xml"/><Relationship Id="rId642" Type="http://schemas.openxmlformats.org/officeDocument/2006/relationships/slide" Target="slides/slide635.xml"/><Relationship Id="rId643" Type="http://schemas.openxmlformats.org/officeDocument/2006/relationships/slide" Target="slides/slide636.xml"/><Relationship Id="rId644" Type="http://schemas.openxmlformats.org/officeDocument/2006/relationships/slide" Target="slides/slide637.xml"/><Relationship Id="rId645" Type="http://schemas.openxmlformats.org/officeDocument/2006/relationships/slide" Target="slides/slide638.xml"/><Relationship Id="rId646" Type="http://schemas.openxmlformats.org/officeDocument/2006/relationships/slide" Target="slides/slide639.xml"/><Relationship Id="rId647" Type="http://schemas.openxmlformats.org/officeDocument/2006/relationships/slide" Target="slides/slide640.xml"/><Relationship Id="rId648" Type="http://schemas.openxmlformats.org/officeDocument/2006/relationships/slide" Target="slides/slide641.xml"/><Relationship Id="rId649" Type="http://schemas.openxmlformats.org/officeDocument/2006/relationships/slide" Target="slides/slide642.xml"/><Relationship Id="rId650" Type="http://schemas.openxmlformats.org/officeDocument/2006/relationships/slide" Target="slides/slide643.xml"/><Relationship Id="rId651" Type="http://schemas.openxmlformats.org/officeDocument/2006/relationships/slide" Target="slides/slide644.xml"/><Relationship Id="rId652" Type="http://schemas.openxmlformats.org/officeDocument/2006/relationships/slide" Target="slides/slide645.xml"/><Relationship Id="rId653" Type="http://schemas.openxmlformats.org/officeDocument/2006/relationships/slide" Target="slides/slide646.xml"/><Relationship Id="rId654" Type="http://schemas.openxmlformats.org/officeDocument/2006/relationships/slide" Target="slides/slide647.xml"/><Relationship Id="rId655" Type="http://schemas.openxmlformats.org/officeDocument/2006/relationships/slide" Target="slides/slide648.xml"/><Relationship Id="rId656" Type="http://schemas.openxmlformats.org/officeDocument/2006/relationships/slide" Target="slides/slide649.xml"/><Relationship Id="rId657" Type="http://schemas.openxmlformats.org/officeDocument/2006/relationships/slide" Target="slides/slide650.xml"/><Relationship Id="rId658" Type="http://schemas.openxmlformats.org/officeDocument/2006/relationships/slide" Target="slides/slide651.xml"/><Relationship Id="rId659" Type="http://schemas.openxmlformats.org/officeDocument/2006/relationships/slide" Target="slides/slide652.xml"/><Relationship Id="rId660" Type="http://schemas.openxmlformats.org/officeDocument/2006/relationships/slide" Target="slides/slide653.xml"/><Relationship Id="rId661" Type="http://schemas.openxmlformats.org/officeDocument/2006/relationships/slide" Target="slides/slide654.xml"/><Relationship Id="rId662" Type="http://schemas.openxmlformats.org/officeDocument/2006/relationships/slide" Target="slides/slide655.xml"/><Relationship Id="rId663" Type="http://schemas.openxmlformats.org/officeDocument/2006/relationships/slide" Target="slides/slide656.xml"/><Relationship Id="rId664" Type="http://schemas.openxmlformats.org/officeDocument/2006/relationships/slide" Target="slides/slide657.xml"/><Relationship Id="rId665" Type="http://schemas.openxmlformats.org/officeDocument/2006/relationships/slide" Target="slides/slide658.xml"/><Relationship Id="rId666" Type="http://schemas.openxmlformats.org/officeDocument/2006/relationships/slide" Target="slides/slide659.xml"/><Relationship Id="rId667" Type="http://schemas.openxmlformats.org/officeDocument/2006/relationships/slide" Target="slides/slide660.xml"/><Relationship Id="rId668" Type="http://schemas.openxmlformats.org/officeDocument/2006/relationships/slide" Target="slides/slide661.xml"/><Relationship Id="rId669" Type="http://schemas.openxmlformats.org/officeDocument/2006/relationships/slide" Target="slides/slide662.xml"/><Relationship Id="rId670" Type="http://schemas.openxmlformats.org/officeDocument/2006/relationships/slide" Target="slides/slide663.xml"/><Relationship Id="rId671" Type="http://schemas.openxmlformats.org/officeDocument/2006/relationships/slide" Target="slides/slide664.xml"/><Relationship Id="rId672" Type="http://schemas.openxmlformats.org/officeDocument/2006/relationships/slide" Target="slides/slide665.xml"/><Relationship Id="rId673" Type="http://schemas.openxmlformats.org/officeDocument/2006/relationships/slide" Target="slides/slide666.xml"/><Relationship Id="rId674" Type="http://schemas.openxmlformats.org/officeDocument/2006/relationships/slide" Target="slides/slide667.xml"/><Relationship Id="rId675" Type="http://schemas.openxmlformats.org/officeDocument/2006/relationships/slide" Target="slides/slide668.xml"/><Relationship Id="rId676" Type="http://schemas.openxmlformats.org/officeDocument/2006/relationships/slide" Target="slides/slide669.xml"/><Relationship Id="rId677" Type="http://schemas.openxmlformats.org/officeDocument/2006/relationships/slide" Target="slides/slide670.xml"/><Relationship Id="rId678" Type="http://schemas.openxmlformats.org/officeDocument/2006/relationships/slide" Target="slides/slide671.xml"/><Relationship Id="rId679" Type="http://schemas.openxmlformats.org/officeDocument/2006/relationships/slide" Target="slides/slide672.xml"/><Relationship Id="rId680" Type="http://schemas.openxmlformats.org/officeDocument/2006/relationships/slide" Target="slides/slide673.xml"/><Relationship Id="rId681" Type="http://schemas.openxmlformats.org/officeDocument/2006/relationships/slide" Target="slides/slide674.xml"/><Relationship Id="rId682" Type="http://schemas.openxmlformats.org/officeDocument/2006/relationships/slide" Target="slides/slide675.xml"/><Relationship Id="rId683" Type="http://schemas.openxmlformats.org/officeDocument/2006/relationships/slide" Target="slides/slide676.xml"/><Relationship Id="rId684" Type="http://schemas.openxmlformats.org/officeDocument/2006/relationships/slide" Target="slides/slide677.xml"/><Relationship Id="rId685" Type="http://schemas.openxmlformats.org/officeDocument/2006/relationships/slide" Target="slides/slide678.xml"/><Relationship Id="rId686" Type="http://schemas.openxmlformats.org/officeDocument/2006/relationships/slide" Target="slides/slide679.xml"/><Relationship Id="rId687" Type="http://schemas.openxmlformats.org/officeDocument/2006/relationships/slide" Target="slides/slide680.xml"/><Relationship Id="rId688" Type="http://schemas.openxmlformats.org/officeDocument/2006/relationships/slide" Target="slides/slide681.xml"/><Relationship Id="rId689" Type="http://schemas.openxmlformats.org/officeDocument/2006/relationships/slide" Target="slides/slide682.xml"/><Relationship Id="rId690" Type="http://schemas.openxmlformats.org/officeDocument/2006/relationships/slide" Target="slides/slide683.xml"/><Relationship Id="rId691" Type="http://schemas.openxmlformats.org/officeDocument/2006/relationships/slide" Target="slides/slide684.xml"/><Relationship Id="rId692" Type="http://schemas.openxmlformats.org/officeDocument/2006/relationships/slide" Target="slides/slide685.xml"/><Relationship Id="rId693" Type="http://schemas.openxmlformats.org/officeDocument/2006/relationships/slide" Target="slides/slide686.xml"/><Relationship Id="rId694" Type="http://schemas.openxmlformats.org/officeDocument/2006/relationships/slide" Target="slides/slide687.xml"/><Relationship Id="rId695" Type="http://schemas.openxmlformats.org/officeDocument/2006/relationships/slide" Target="slides/slide688.xml"/><Relationship Id="rId696" Type="http://schemas.openxmlformats.org/officeDocument/2006/relationships/slide" Target="slides/slide689.xml"/><Relationship Id="rId697" Type="http://schemas.openxmlformats.org/officeDocument/2006/relationships/slide" Target="slides/slide690.xml"/><Relationship Id="rId698" Type="http://schemas.openxmlformats.org/officeDocument/2006/relationships/slide" Target="slides/slide691.xml"/><Relationship Id="rId699" Type="http://schemas.openxmlformats.org/officeDocument/2006/relationships/slide" Target="slides/slide692.xml"/><Relationship Id="rId700" Type="http://schemas.openxmlformats.org/officeDocument/2006/relationships/slide" Target="slides/slide693.xml"/><Relationship Id="rId701" Type="http://schemas.openxmlformats.org/officeDocument/2006/relationships/slide" Target="slides/slide694.xml"/><Relationship Id="rId702" Type="http://schemas.openxmlformats.org/officeDocument/2006/relationships/slide" Target="slides/slide695.xml"/><Relationship Id="rId703" Type="http://schemas.openxmlformats.org/officeDocument/2006/relationships/slide" Target="slides/slide696.xml"/><Relationship Id="rId704" Type="http://schemas.openxmlformats.org/officeDocument/2006/relationships/slide" Target="slides/slide697.xml"/><Relationship Id="rId705" Type="http://schemas.openxmlformats.org/officeDocument/2006/relationships/slide" Target="slides/slide698.xml"/><Relationship Id="rId706" Type="http://schemas.openxmlformats.org/officeDocument/2006/relationships/slide" Target="slides/slide699.xml"/><Relationship Id="rId707" Type="http://schemas.openxmlformats.org/officeDocument/2006/relationships/slide" Target="slides/slide700.xml"/><Relationship Id="rId708" Type="http://schemas.openxmlformats.org/officeDocument/2006/relationships/slide" Target="slides/slide701.xml"/><Relationship Id="rId709" Type="http://schemas.openxmlformats.org/officeDocument/2006/relationships/slide" Target="slides/slide702.xml"/><Relationship Id="rId710" Type="http://schemas.openxmlformats.org/officeDocument/2006/relationships/slide" Target="slides/slide703.xml"/><Relationship Id="rId711" Type="http://schemas.openxmlformats.org/officeDocument/2006/relationships/slide" Target="slides/slide704.xml"/><Relationship Id="rId712" Type="http://schemas.openxmlformats.org/officeDocument/2006/relationships/slide" Target="slides/slide705.xml"/><Relationship Id="rId713" Type="http://schemas.openxmlformats.org/officeDocument/2006/relationships/slide" Target="slides/slide706.xml"/><Relationship Id="rId714" Type="http://schemas.openxmlformats.org/officeDocument/2006/relationships/slide" Target="slides/slide707.xml"/><Relationship Id="rId715" Type="http://schemas.openxmlformats.org/officeDocument/2006/relationships/slide" Target="slides/slide708.xml"/><Relationship Id="rId716" Type="http://schemas.openxmlformats.org/officeDocument/2006/relationships/slide" Target="slides/slide709.xml"/><Relationship Id="rId717" Type="http://schemas.openxmlformats.org/officeDocument/2006/relationships/slide" Target="slides/slide710.xml"/><Relationship Id="rId718" Type="http://schemas.openxmlformats.org/officeDocument/2006/relationships/slide" Target="slides/slide711.xml"/><Relationship Id="rId719" Type="http://schemas.openxmlformats.org/officeDocument/2006/relationships/slide" Target="slides/slide712.xml"/><Relationship Id="rId720" Type="http://schemas.openxmlformats.org/officeDocument/2006/relationships/slide" Target="slides/slide713.xml"/><Relationship Id="rId721" Type="http://schemas.openxmlformats.org/officeDocument/2006/relationships/slide" Target="slides/slide714.xml"/><Relationship Id="rId722" Type="http://schemas.openxmlformats.org/officeDocument/2006/relationships/slide" Target="slides/slide715.xml"/><Relationship Id="rId723" Type="http://schemas.openxmlformats.org/officeDocument/2006/relationships/slide" Target="slides/slide716.xml"/><Relationship Id="rId724" Type="http://schemas.openxmlformats.org/officeDocument/2006/relationships/slide" Target="slides/slide717.xml"/><Relationship Id="rId725" Type="http://schemas.openxmlformats.org/officeDocument/2006/relationships/slide" Target="slides/slide718.xml"/><Relationship Id="rId726" Type="http://schemas.openxmlformats.org/officeDocument/2006/relationships/slide" Target="slides/slide719.xml"/><Relationship Id="rId727" Type="http://schemas.openxmlformats.org/officeDocument/2006/relationships/slide" Target="slides/slide720.xml"/><Relationship Id="rId728" Type="http://schemas.openxmlformats.org/officeDocument/2006/relationships/slide" Target="slides/slide721.xml"/><Relationship Id="rId729" Type="http://schemas.openxmlformats.org/officeDocument/2006/relationships/slide" Target="slides/slide722.xml"/><Relationship Id="rId730" Type="http://schemas.openxmlformats.org/officeDocument/2006/relationships/slide" Target="slides/slide723.xml"/><Relationship Id="rId731" Type="http://schemas.openxmlformats.org/officeDocument/2006/relationships/slide" Target="slides/slide724.xml"/><Relationship Id="rId732" Type="http://schemas.openxmlformats.org/officeDocument/2006/relationships/slide" Target="slides/slide725.xml"/><Relationship Id="rId733" Type="http://schemas.openxmlformats.org/officeDocument/2006/relationships/slide" Target="slides/slide726.xml"/><Relationship Id="rId734" Type="http://schemas.openxmlformats.org/officeDocument/2006/relationships/slide" Target="slides/slide727.xml"/><Relationship Id="rId735" Type="http://schemas.openxmlformats.org/officeDocument/2006/relationships/slide" Target="slides/slide728.xml"/><Relationship Id="rId736" Type="http://schemas.openxmlformats.org/officeDocument/2006/relationships/slide" Target="slides/slide729.xml"/><Relationship Id="rId737" Type="http://schemas.openxmlformats.org/officeDocument/2006/relationships/slide" Target="slides/slide730.xml"/><Relationship Id="rId738" Type="http://schemas.openxmlformats.org/officeDocument/2006/relationships/slide" Target="slides/slide731.xml"/><Relationship Id="rId739" Type="http://schemas.openxmlformats.org/officeDocument/2006/relationships/slide" Target="slides/slide732.xml"/><Relationship Id="rId740" Type="http://schemas.openxmlformats.org/officeDocument/2006/relationships/slide" Target="slides/slide733.xml"/><Relationship Id="rId741" Type="http://schemas.openxmlformats.org/officeDocument/2006/relationships/slide" Target="slides/slide734.xml"/><Relationship Id="rId742" Type="http://schemas.openxmlformats.org/officeDocument/2006/relationships/slide" Target="slides/slide735.xml"/><Relationship Id="rId743" Type="http://schemas.openxmlformats.org/officeDocument/2006/relationships/slide" Target="slides/slide736.xml"/><Relationship Id="rId744" Type="http://schemas.openxmlformats.org/officeDocument/2006/relationships/slide" Target="slides/slide737.xml"/><Relationship Id="rId745" Type="http://schemas.openxmlformats.org/officeDocument/2006/relationships/slide" Target="slides/slide738.xml"/><Relationship Id="rId746" Type="http://schemas.openxmlformats.org/officeDocument/2006/relationships/slide" Target="slides/slide739.xml"/><Relationship Id="rId747" Type="http://schemas.openxmlformats.org/officeDocument/2006/relationships/slide" Target="slides/slide740.xml"/><Relationship Id="rId748" Type="http://schemas.openxmlformats.org/officeDocument/2006/relationships/slide" Target="slides/slide741.xml"/><Relationship Id="rId749" Type="http://schemas.openxmlformats.org/officeDocument/2006/relationships/slide" Target="slides/slide742.xml"/><Relationship Id="rId750" Type="http://schemas.openxmlformats.org/officeDocument/2006/relationships/slide" Target="slides/slide743.xml"/><Relationship Id="rId751" Type="http://schemas.openxmlformats.org/officeDocument/2006/relationships/slide" Target="slides/slide744.xml"/><Relationship Id="rId752" Type="http://schemas.openxmlformats.org/officeDocument/2006/relationships/slide" Target="slides/slide745.xml"/><Relationship Id="rId753" Type="http://schemas.openxmlformats.org/officeDocument/2006/relationships/slide" Target="slides/slide746.xml"/><Relationship Id="rId754" Type="http://schemas.openxmlformats.org/officeDocument/2006/relationships/slide" Target="slides/slide747.xml"/><Relationship Id="rId755" Type="http://schemas.openxmlformats.org/officeDocument/2006/relationships/slide" Target="slides/slide748.xml"/><Relationship Id="rId756" Type="http://schemas.openxmlformats.org/officeDocument/2006/relationships/slide" Target="slides/slide749.xml"/><Relationship Id="rId757" Type="http://schemas.openxmlformats.org/officeDocument/2006/relationships/slide" Target="slides/slide750.xml"/><Relationship Id="rId758" Type="http://schemas.openxmlformats.org/officeDocument/2006/relationships/slide" Target="slides/slide751.xml"/><Relationship Id="rId759" Type="http://schemas.openxmlformats.org/officeDocument/2006/relationships/slide" Target="slides/slide752.xml"/><Relationship Id="rId760" Type="http://schemas.openxmlformats.org/officeDocument/2006/relationships/slide" Target="slides/slide753.xml"/><Relationship Id="rId761" Type="http://schemas.openxmlformats.org/officeDocument/2006/relationships/slide" Target="slides/slide754.xml"/><Relationship Id="rId762" Type="http://schemas.openxmlformats.org/officeDocument/2006/relationships/slide" Target="slides/slide755.xml"/><Relationship Id="rId763" Type="http://schemas.openxmlformats.org/officeDocument/2006/relationships/slide" Target="slides/slide756.xml"/><Relationship Id="rId764" Type="http://schemas.openxmlformats.org/officeDocument/2006/relationships/slide" Target="slides/slide757.xml"/><Relationship Id="rId765" Type="http://schemas.openxmlformats.org/officeDocument/2006/relationships/slide" Target="slides/slide758.xml"/><Relationship Id="rId766" Type="http://schemas.openxmlformats.org/officeDocument/2006/relationships/slide" Target="slides/slide759.xml"/><Relationship Id="rId767" Type="http://schemas.openxmlformats.org/officeDocument/2006/relationships/slide" Target="slides/slide760.xml"/><Relationship Id="rId768" Type="http://schemas.openxmlformats.org/officeDocument/2006/relationships/slide" Target="slides/slide761.xml"/><Relationship Id="rId769" Type="http://schemas.openxmlformats.org/officeDocument/2006/relationships/slide" Target="slides/slide762.xml"/><Relationship Id="rId770" Type="http://schemas.openxmlformats.org/officeDocument/2006/relationships/slide" Target="slides/slide763.xml"/><Relationship Id="rId771" Type="http://schemas.openxmlformats.org/officeDocument/2006/relationships/slide" Target="slides/slide764.xml"/><Relationship Id="rId772" Type="http://schemas.openxmlformats.org/officeDocument/2006/relationships/slide" Target="slides/slide765.xml"/><Relationship Id="rId773" Type="http://schemas.openxmlformats.org/officeDocument/2006/relationships/slide" Target="slides/slide766.xml"/><Relationship Id="rId774" Type="http://schemas.openxmlformats.org/officeDocument/2006/relationships/slide" Target="slides/slide767.xml"/><Relationship Id="rId775" Type="http://schemas.openxmlformats.org/officeDocument/2006/relationships/slide" Target="slides/slide768.xml"/><Relationship Id="rId776" Type="http://schemas.openxmlformats.org/officeDocument/2006/relationships/slide" Target="slides/slide769.xml"/><Relationship Id="rId777" Type="http://schemas.openxmlformats.org/officeDocument/2006/relationships/slide" Target="slides/slide770.xml"/><Relationship Id="rId778" Type="http://schemas.openxmlformats.org/officeDocument/2006/relationships/slide" Target="slides/slide771.xml"/><Relationship Id="rId779" Type="http://schemas.openxmlformats.org/officeDocument/2006/relationships/slide" Target="slides/slide772.xml"/><Relationship Id="rId780" Type="http://schemas.openxmlformats.org/officeDocument/2006/relationships/slide" Target="slides/slide773.xml"/><Relationship Id="rId781" Type="http://schemas.openxmlformats.org/officeDocument/2006/relationships/slide" Target="slides/slide774.xml"/><Relationship Id="rId782" Type="http://schemas.openxmlformats.org/officeDocument/2006/relationships/slide" Target="slides/slide775.xml"/><Relationship Id="rId783" Type="http://schemas.openxmlformats.org/officeDocument/2006/relationships/slide" Target="slides/slide776.xml"/><Relationship Id="rId784" Type="http://schemas.openxmlformats.org/officeDocument/2006/relationships/slide" Target="slides/slide777.xml"/><Relationship Id="rId785" Type="http://schemas.openxmlformats.org/officeDocument/2006/relationships/slide" Target="slides/slide778.xml"/><Relationship Id="rId786" Type="http://schemas.openxmlformats.org/officeDocument/2006/relationships/slide" Target="slides/slide779.xml"/><Relationship Id="rId787" Type="http://schemas.openxmlformats.org/officeDocument/2006/relationships/slide" Target="slides/slide780.xml"/><Relationship Id="rId788" Type="http://schemas.openxmlformats.org/officeDocument/2006/relationships/slide" Target="slides/slide781.xml"/><Relationship Id="rId789" Type="http://schemas.openxmlformats.org/officeDocument/2006/relationships/slide" Target="slides/slide782.xml"/><Relationship Id="rId790" Type="http://schemas.openxmlformats.org/officeDocument/2006/relationships/slide" Target="slides/slide783.xml"/><Relationship Id="rId791" Type="http://schemas.openxmlformats.org/officeDocument/2006/relationships/slide" Target="slides/slide784.xml"/><Relationship Id="rId792" Type="http://schemas.openxmlformats.org/officeDocument/2006/relationships/slide" Target="slides/slide785.xml"/><Relationship Id="rId793" Type="http://schemas.openxmlformats.org/officeDocument/2006/relationships/slide" Target="slides/slide786.xml"/><Relationship Id="rId794" Type="http://schemas.openxmlformats.org/officeDocument/2006/relationships/slide" Target="slides/slide787.xml"/><Relationship Id="rId795" Type="http://schemas.openxmlformats.org/officeDocument/2006/relationships/slide" Target="slides/slide788.xml"/><Relationship Id="rId796" Type="http://schemas.openxmlformats.org/officeDocument/2006/relationships/slide" Target="slides/slide789.xml"/><Relationship Id="rId797" Type="http://schemas.openxmlformats.org/officeDocument/2006/relationships/slide" Target="slides/slide790.xml"/><Relationship Id="rId798" Type="http://schemas.openxmlformats.org/officeDocument/2006/relationships/slide" Target="slides/slide791.xml"/><Relationship Id="rId799" Type="http://schemas.openxmlformats.org/officeDocument/2006/relationships/slide" Target="slides/slide792.xml"/><Relationship Id="rId800" Type="http://schemas.openxmlformats.org/officeDocument/2006/relationships/slide" Target="slides/slide793.xml"/><Relationship Id="rId801" Type="http://schemas.openxmlformats.org/officeDocument/2006/relationships/slide" Target="slides/slide794.xml"/><Relationship Id="rId802" Type="http://schemas.openxmlformats.org/officeDocument/2006/relationships/slide" Target="slides/slide795.xml"/><Relationship Id="rId803" Type="http://schemas.openxmlformats.org/officeDocument/2006/relationships/slide" Target="slides/slide796.xml"/><Relationship Id="rId804" Type="http://schemas.openxmlformats.org/officeDocument/2006/relationships/slide" Target="slides/slide797.xml"/><Relationship Id="rId805" Type="http://schemas.openxmlformats.org/officeDocument/2006/relationships/slide" Target="slides/slide798.xml"/><Relationship Id="rId806" Type="http://schemas.openxmlformats.org/officeDocument/2006/relationships/slide" Target="slides/slide799.xml"/><Relationship Id="rId807" Type="http://schemas.openxmlformats.org/officeDocument/2006/relationships/slide" Target="slides/slide800.xml"/><Relationship Id="rId808" Type="http://schemas.openxmlformats.org/officeDocument/2006/relationships/slide" Target="slides/slide801.xml"/><Relationship Id="rId809" Type="http://schemas.openxmlformats.org/officeDocument/2006/relationships/slide" Target="slides/slide802.xml"/><Relationship Id="rId810" Type="http://schemas.openxmlformats.org/officeDocument/2006/relationships/slide" Target="slides/slide803.xml"/><Relationship Id="rId811" Type="http://schemas.openxmlformats.org/officeDocument/2006/relationships/slide" Target="slides/slide804.xml"/><Relationship Id="rId812" Type="http://schemas.openxmlformats.org/officeDocument/2006/relationships/slide" Target="slides/slide805.xml"/><Relationship Id="rId813" Type="http://schemas.openxmlformats.org/officeDocument/2006/relationships/slide" Target="slides/slide806.xml"/><Relationship Id="rId814" Type="http://schemas.openxmlformats.org/officeDocument/2006/relationships/slide" Target="slides/slide807.xml"/><Relationship Id="rId815" Type="http://schemas.openxmlformats.org/officeDocument/2006/relationships/slide" Target="slides/slide808.xml"/><Relationship Id="rId816" Type="http://schemas.openxmlformats.org/officeDocument/2006/relationships/slide" Target="slides/slide809.xml"/><Relationship Id="rId817" Type="http://schemas.openxmlformats.org/officeDocument/2006/relationships/slide" Target="slides/slide810.xml"/><Relationship Id="rId818" Type="http://schemas.openxmlformats.org/officeDocument/2006/relationships/slide" Target="slides/slide811.xml"/><Relationship Id="rId819" Type="http://schemas.openxmlformats.org/officeDocument/2006/relationships/slide" Target="slides/slide812.xml"/><Relationship Id="rId820" Type="http://schemas.openxmlformats.org/officeDocument/2006/relationships/slide" Target="slides/slide813.xml"/><Relationship Id="rId821" Type="http://schemas.openxmlformats.org/officeDocument/2006/relationships/slide" Target="slides/slide814.xml"/><Relationship Id="rId822" Type="http://schemas.openxmlformats.org/officeDocument/2006/relationships/slide" Target="slides/slide815.xml"/><Relationship Id="rId823" Type="http://schemas.openxmlformats.org/officeDocument/2006/relationships/slide" Target="slides/slide816.xml"/><Relationship Id="rId824" Type="http://schemas.openxmlformats.org/officeDocument/2006/relationships/slide" Target="slides/slide817.xml"/><Relationship Id="rId825" Type="http://schemas.openxmlformats.org/officeDocument/2006/relationships/slide" Target="slides/slide818.xml"/><Relationship Id="rId826" Type="http://schemas.openxmlformats.org/officeDocument/2006/relationships/slide" Target="slides/slide819.xml"/><Relationship Id="rId827" Type="http://schemas.openxmlformats.org/officeDocument/2006/relationships/slide" Target="slides/slide820.xml"/><Relationship Id="rId828" Type="http://schemas.openxmlformats.org/officeDocument/2006/relationships/slide" Target="slides/slide821.xml"/><Relationship Id="rId829" Type="http://schemas.openxmlformats.org/officeDocument/2006/relationships/slide" Target="slides/slide822.xml"/><Relationship Id="rId830" Type="http://schemas.openxmlformats.org/officeDocument/2006/relationships/slide" Target="slides/slide823.xml"/><Relationship Id="rId831" Type="http://schemas.openxmlformats.org/officeDocument/2006/relationships/slide" Target="slides/slide824.xml"/><Relationship Id="rId832" Type="http://schemas.openxmlformats.org/officeDocument/2006/relationships/slide" Target="slides/slide825.xml"/><Relationship Id="rId833" Type="http://schemas.openxmlformats.org/officeDocument/2006/relationships/slide" Target="slides/slide826.xml"/><Relationship Id="rId834" Type="http://schemas.openxmlformats.org/officeDocument/2006/relationships/slide" Target="slides/slide827.xml"/><Relationship Id="rId835" Type="http://schemas.openxmlformats.org/officeDocument/2006/relationships/slide" Target="slides/slide828.xml"/><Relationship Id="rId836" Type="http://schemas.openxmlformats.org/officeDocument/2006/relationships/slide" Target="slides/slide829.xml"/><Relationship Id="rId837" Type="http://schemas.openxmlformats.org/officeDocument/2006/relationships/slide" Target="slides/slide830.xml"/><Relationship Id="rId838" Type="http://schemas.openxmlformats.org/officeDocument/2006/relationships/slide" Target="slides/slide831.xml"/><Relationship Id="rId839" Type="http://schemas.openxmlformats.org/officeDocument/2006/relationships/slide" Target="slides/slide832.xml"/><Relationship Id="rId840" Type="http://schemas.openxmlformats.org/officeDocument/2006/relationships/slide" Target="slides/slide833.xml"/><Relationship Id="rId841" Type="http://schemas.openxmlformats.org/officeDocument/2006/relationships/slide" Target="slides/slide834.xml"/><Relationship Id="rId842" Type="http://schemas.openxmlformats.org/officeDocument/2006/relationships/slide" Target="slides/slide835.xml"/><Relationship Id="rId843" Type="http://schemas.openxmlformats.org/officeDocument/2006/relationships/slide" Target="slides/slide836.xml"/><Relationship Id="rId844" Type="http://schemas.openxmlformats.org/officeDocument/2006/relationships/slide" Target="slides/slide837.xml"/><Relationship Id="rId845" Type="http://schemas.openxmlformats.org/officeDocument/2006/relationships/slide" Target="slides/slide838.xml"/><Relationship Id="rId846" Type="http://schemas.openxmlformats.org/officeDocument/2006/relationships/slide" Target="slides/slide839.xml"/><Relationship Id="rId847" Type="http://schemas.openxmlformats.org/officeDocument/2006/relationships/slide" Target="slides/slide840.xml"/><Relationship Id="rId848" Type="http://schemas.openxmlformats.org/officeDocument/2006/relationships/slide" Target="slides/slide841.xml"/><Relationship Id="rId849" Type="http://schemas.openxmlformats.org/officeDocument/2006/relationships/slide" Target="slides/slide842.xml"/><Relationship Id="rId850" Type="http://schemas.openxmlformats.org/officeDocument/2006/relationships/slide" Target="slides/slide843.xml"/><Relationship Id="rId851" Type="http://schemas.openxmlformats.org/officeDocument/2006/relationships/slide" Target="slides/slide844.xml"/><Relationship Id="rId852" Type="http://schemas.openxmlformats.org/officeDocument/2006/relationships/slide" Target="slides/slide845.xml"/><Relationship Id="rId853" Type="http://schemas.openxmlformats.org/officeDocument/2006/relationships/slide" Target="slides/slide846.xml"/><Relationship Id="rId854" Type="http://schemas.openxmlformats.org/officeDocument/2006/relationships/slide" Target="slides/slide847.xml"/><Relationship Id="rId855" Type="http://schemas.openxmlformats.org/officeDocument/2006/relationships/slide" Target="slides/slide848.xml"/><Relationship Id="rId856" Type="http://schemas.openxmlformats.org/officeDocument/2006/relationships/slide" Target="slides/slide849.xml"/><Relationship Id="rId857" Type="http://schemas.openxmlformats.org/officeDocument/2006/relationships/slide" Target="slides/slide850.xml"/><Relationship Id="rId858" Type="http://schemas.openxmlformats.org/officeDocument/2006/relationships/slide" Target="slides/slide851.xml"/><Relationship Id="rId859" Type="http://schemas.openxmlformats.org/officeDocument/2006/relationships/slide" Target="slides/slide852.xml"/><Relationship Id="rId860" Type="http://schemas.openxmlformats.org/officeDocument/2006/relationships/slide" Target="slides/slide853.xml"/><Relationship Id="rId861" Type="http://schemas.openxmlformats.org/officeDocument/2006/relationships/slide" Target="slides/slide854.xml"/><Relationship Id="rId862" Type="http://schemas.openxmlformats.org/officeDocument/2006/relationships/slide" Target="slides/slide855.xml"/><Relationship Id="rId863" Type="http://schemas.openxmlformats.org/officeDocument/2006/relationships/slide" Target="slides/slide856.xml"/><Relationship Id="rId864" Type="http://schemas.openxmlformats.org/officeDocument/2006/relationships/slide" Target="slides/slide857.xml"/><Relationship Id="rId865" Type="http://schemas.openxmlformats.org/officeDocument/2006/relationships/slide" Target="slides/slide858.xml"/><Relationship Id="rId866" Type="http://schemas.openxmlformats.org/officeDocument/2006/relationships/slide" Target="slides/slide859.xml"/><Relationship Id="rId867" Type="http://schemas.openxmlformats.org/officeDocument/2006/relationships/slide" Target="slides/slide860.xml"/><Relationship Id="rId868" Type="http://schemas.openxmlformats.org/officeDocument/2006/relationships/slide" Target="slides/slide861.xml"/><Relationship Id="rId869" Type="http://schemas.openxmlformats.org/officeDocument/2006/relationships/slide" Target="slides/slide862.xml"/><Relationship Id="rId870" Type="http://schemas.openxmlformats.org/officeDocument/2006/relationships/slide" Target="slides/slide863.xml"/><Relationship Id="rId871" Type="http://schemas.openxmlformats.org/officeDocument/2006/relationships/slide" Target="slides/slide864.xml"/><Relationship Id="rId872" Type="http://schemas.openxmlformats.org/officeDocument/2006/relationships/slide" Target="slides/slide865.xml"/><Relationship Id="rId873" Type="http://schemas.openxmlformats.org/officeDocument/2006/relationships/slide" Target="slides/slide866.xml"/><Relationship Id="rId874" Type="http://schemas.openxmlformats.org/officeDocument/2006/relationships/slide" Target="slides/slide867.xml"/><Relationship Id="rId875" Type="http://schemas.openxmlformats.org/officeDocument/2006/relationships/slide" Target="slides/slide868.xml"/><Relationship Id="rId876" Type="http://schemas.openxmlformats.org/officeDocument/2006/relationships/slide" Target="slides/slide869.xml"/><Relationship Id="rId877" Type="http://schemas.openxmlformats.org/officeDocument/2006/relationships/slide" Target="slides/slide870.xml"/><Relationship Id="rId878" Type="http://schemas.openxmlformats.org/officeDocument/2006/relationships/slide" Target="slides/slide871.xml"/><Relationship Id="rId879" Type="http://schemas.openxmlformats.org/officeDocument/2006/relationships/slide" Target="slides/slide872.xml"/><Relationship Id="rId880" Type="http://schemas.openxmlformats.org/officeDocument/2006/relationships/slide" Target="slides/slide873.xml"/><Relationship Id="rId881" Type="http://schemas.openxmlformats.org/officeDocument/2006/relationships/slide" Target="slides/slide874.xml"/><Relationship Id="rId882" Type="http://schemas.openxmlformats.org/officeDocument/2006/relationships/slide" Target="slides/slide875.xml"/><Relationship Id="rId883" Type="http://schemas.openxmlformats.org/officeDocument/2006/relationships/slide" Target="slides/slide876.xml"/><Relationship Id="rId884" Type="http://schemas.openxmlformats.org/officeDocument/2006/relationships/slide" Target="slides/slide877.xml"/><Relationship Id="rId885" Type="http://schemas.openxmlformats.org/officeDocument/2006/relationships/slide" Target="slides/slide878.xml"/><Relationship Id="rId886" Type="http://schemas.openxmlformats.org/officeDocument/2006/relationships/slide" Target="slides/slide879.xml"/><Relationship Id="rId887" Type="http://schemas.openxmlformats.org/officeDocument/2006/relationships/slide" Target="slides/slide880.xml"/><Relationship Id="rId888" Type="http://schemas.openxmlformats.org/officeDocument/2006/relationships/slide" Target="slides/slide881.xml"/><Relationship Id="rId889" Type="http://schemas.openxmlformats.org/officeDocument/2006/relationships/slide" Target="slides/slide882.xml"/><Relationship Id="rId890" Type="http://schemas.openxmlformats.org/officeDocument/2006/relationships/slide" Target="slides/slide883.xml"/><Relationship Id="rId891" Type="http://schemas.openxmlformats.org/officeDocument/2006/relationships/slide" Target="slides/slide884.xml"/><Relationship Id="rId892" Type="http://schemas.openxmlformats.org/officeDocument/2006/relationships/slide" Target="slides/slide885.xml"/><Relationship Id="rId893" Type="http://schemas.openxmlformats.org/officeDocument/2006/relationships/slide" Target="slides/slide886.xml"/><Relationship Id="rId894" Type="http://schemas.openxmlformats.org/officeDocument/2006/relationships/slide" Target="slides/slide887.xml"/><Relationship Id="rId895" Type="http://schemas.openxmlformats.org/officeDocument/2006/relationships/slide" Target="slides/slide888.xml"/><Relationship Id="rId896" Type="http://schemas.openxmlformats.org/officeDocument/2006/relationships/slide" Target="slides/slide889.xml"/><Relationship Id="rId897" Type="http://schemas.openxmlformats.org/officeDocument/2006/relationships/slide" Target="slides/slide890.xml"/><Relationship Id="rId898" Type="http://schemas.openxmlformats.org/officeDocument/2006/relationships/slide" Target="slides/slide891.xml"/><Relationship Id="rId899" Type="http://schemas.openxmlformats.org/officeDocument/2006/relationships/slide" Target="slides/slide892.xml"/><Relationship Id="rId900" Type="http://schemas.openxmlformats.org/officeDocument/2006/relationships/slide" Target="slides/slide893.xml"/><Relationship Id="rId901" Type="http://schemas.openxmlformats.org/officeDocument/2006/relationships/slide" Target="slides/slide894.xml"/><Relationship Id="rId902" Type="http://schemas.openxmlformats.org/officeDocument/2006/relationships/slide" Target="slides/slide895.xml"/><Relationship Id="rId903" Type="http://schemas.openxmlformats.org/officeDocument/2006/relationships/slide" Target="slides/slide896.xml"/><Relationship Id="rId904" Type="http://schemas.openxmlformats.org/officeDocument/2006/relationships/slide" Target="slides/slide897.xml"/><Relationship Id="rId905" Type="http://schemas.openxmlformats.org/officeDocument/2006/relationships/slide" Target="slides/slide898.xml"/><Relationship Id="rId906" Type="http://schemas.openxmlformats.org/officeDocument/2006/relationships/slide" Target="slides/slide899.xml"/><Relationship Id="rId907" Type="http://schemas.openxmlformats.org/officeDocument/2006/relationships/slide" Target="slides/slide900.xml"/><Relationship Id="rId908" Type="http://schemas.openxmlformats.org/officeDocument/2006/relationships/slide" Target="slides/slide901.xml"/><Relationship Id="rId909" Type="http://schemas.openxmlformats.org/officeDocument/2006/relationships/slide" Target="slides/slide902.xml"/><Relationship Id="rId910" Type="http://schemas.openxmlformats.org/officeDocument/2006/relationships/slide" Target="slides/slide903.xml"/><Relationship Id="rId911" Type="http://schemas.openxmlformats.org/officeDocument/2006/relationships/slide" Target="slides/slide904.xml"/><Relationship Id="rId912" Type="http://schemas.openxmlformats.org/officeDocument/2006/relationships/slide" Target="slides/slide905.xml"/><Relationship Id="rId913" Type="http://schemas.openxmlformats.org/officeDocument/2006/relationships/slide" Target="slides/slide906.xml"/><Relationship Id="rId914" Type="http://schemas.openxmlformats.org/officeDocument/2006/relationships/slide" Target="slides/slide907.xml"/><Relationship Id="rId915" Type="http://schemas.openxmlformats.org/officeDocument/2006/relationships/slide" Target="slides/slide908.xml"/><Relationship Id="rId916" Type="http://schemas.openxmlformats.org/officeDocument/2006/relationships/slide" Target="slides/slide909.xml"/><Relationship Id="rId917" Type="http://schemas.openxmlformats.org/officeDocument/2006/relationships/slide" Target="slides/slide910.xml"/><Relationship Id="rId918" Type="http://schemas.openxmlformats.org/officeDocument/2006/relationships/slide" Target="slides/slide911.xml"/><Relationship Id="rId919" Type="http://schemas.openxmlformats.org/officeDocument/2006/relationships/slide" Target="slides/slide912.xml"/><Relationship Id="rId920" Type="http://schemas.openxmlformats.org/officeDocument/2006/relationships/slide" Target="slides/slide913.xml"/><Relationship Id="rId921" Type="http://schemas.openxmlformats.org/officeDocument/2006/relationships/slide" Target="slides/slide914.xml"/><Relationship Id="rId922" Type="http://schemas.openxmlformats.org/officeDocument/2006/relationships/slide" Target="slides/slide915.xml"/><Relationship Id="rId923" Type="http://schemas.openxmlformats.org/officeDocument/2006/relationships/slide" Target="slides/slide916.xml"/><Relationship Id="rId924" Type="http://schemas.openxmlformats.org/officeDocument/2006/relationships/slide" Target="slides/slide917.xml"/><Relationship Id="rId925" Type="http://schemas.openxmlformats.org/officeDocument/2006/relationships/slide" Target="slides/slide918.xml"/><Relationship Id="rId926" Type="http://schemas.openxmlformats.org/officeDocument/2006/relationships/slide" Target="slides/slide919.xml"/><Relationship Id="rId927" Type="http://schemas.openxmlformats.org/officeDocument/2006/relationships/slide" Target="slides/slide920.xml"/><Relationship Id="rId928" Type="http://schemas.openxmlformats.org/officeDocument/2006/relationships/slide" Target="slides/slide921.xml"/><Relationship Id="rId929" Type="http://schemas.openxmlformats.org/officeDocument/2006/relationships/slide" Target="slides/slide922.xml"/><Relationship Id="rId930" Type="http://schemas.openxmlformats.org/officeDocument/2006/relationships/slide" Target="slides/slide923.xml"/><Relationship Id="rId931" Type="http://schemas.openxmlformats.org/officeDocument/2006/relationships/slide" Target="slides/slide924.xml"/><Relationship Id="rId932" Type="http://schemas.openxmlformats.org/officeDocument/2006/relationships/slide" Target="slides/slide925.xml"/><Relationship Id="rId933" Type="http://schemas.openxmlformats.org/officeDocument/2006/relationships/slide" Target="slides/slide926.xml"/><Relationship Id="rId934" Type="http://schemas.openxmlformats.org/officeDocument/2006/relationships/slide" Target="slides/slide927.xml"/><Relationship Id="rId935" Type="http://schemas.openxmlformats.org/officeDocument/2006/relationships/slide" Target="slides/slide928.xml"/><Relationship Id="rId936" Type="http://schemas.openxmlformats.org/officeDocument/2006/relationships/slide" Target="slides/slide929.xml"/><Relationship Id="rId937" Type="http://schemas.openxmlformats.org/officeDocument/2006/relationships/slide" Target="slides/slide930.xml"/><Relationship Id="rId938" Type="http://schemas.openxmlformats.org/officeDocument/2006/relationships/slide" Target="slides/slide931.xml"/><Relationship Id="rId939" Type="http://schemas.openxmlformats.org/officeDocument/2006/relationships/slide" Target="slides/slide932.xml"/><Relationship Id="rId940" Type="http://schemas.openxmlformats.org/officeDocument/2006/relationships/slide" Target="slides/slide933.xml"/><Relationship Id="rId941" Type="http://schemas.openxmlformats.org/officeDocument/2006/relationships/slide" Target="slides/slide934.xml"/><Relationship Id="rId942" Type="http://schemas.openxmlformats.org/officeDocument/2006/relationships/slide" Target="slides/slide935.xml"/><Relationship Id="rId943" Type="http://schemas.openxmlformats.org/officeDocument/2006/relationships/slide" Target="slides/slide936.xml"/><Relationship Id="rId944" Type="http://schemas.openxmlformats.org/officeDocument/2006/relationships/slide" Target="slides/slide937.xml"/><Relationship Id="rId945" Type="http://schemas.openxmlformats.org/officeDocument/2006/relationships/slide" Target="slides/slide938.xml"/><Relationship Id="rId946" Type="http://schemas.openxmlformats.org/officeDocument/2006/relationships/slide" Target="slides/slide939.xml"/><Relationship Id="rId947" Type="http://schemas.openxmlformats.org/officeDocument/2006/relationships/slide" Target="slides/slide940.xml"/><Relationship Id="rId948" Type="http://schemas.openxmlformats.org/officeDocument/2006/relationships/slide" Target="slides/slide941.xml"/><Relationship Id="rId949" Type="http://schemas.openxmlformats.org/officeDocument/2006/relationships/slide" Target="slides/slide942.xml"/><Relationship Id="rId950" Type="http://schemas.openxmlformats.org/officeDocument/2006/relationships/slide" Target="slides/slide943.xml"/><Relationship Id="rId951" Type="http://schemas.openxmlformats.org/officeDocument/2006/relationships/slide" Target="slides/slide944.xml"/><Relationship Id="rId952" Type="http://schemas.openxmlformats.org/officeDocument/2006/relationships/slide" Target="slides/slide945.xml"/><Relationship Id="rId953" Type="http://schemas.openxmlformats.org/officeDocument/2006/relationships/slide" Target="slides/slide946.xml"/><Relationship Id="rId954" Type="http://schemas.openxmlformats.org/officeDocument/2006/relationships/slide" Target="slides/slide947.xml"/><Relationship Id="rId955" Type="http://schemas.openxmlformats.org/officeDocument/2006/relationships/slide" Target="slides/slide948.xml"/><Relationship Id="rId956" Type="http://schemas.openxmlformats.org/officeDocument/2006/relationships/slide" Target="slides/slide949.xml"/><Relationship Id="rId957" Type="http://schemas.openxmlformats.org/officeDocument/2006/relationships/slide" Target="slides/slide950.xml"/><Relationship Id="rId958" Type="http://schemas.openxmlformats.org/officeDocument/2006/relationships/slide" Target="slides/slide951.xml"/><Relationship Id="rId959" Type="http://schemas.openxmlformats.org/officeDocument/2006/relationships/slide" Target="slides/slide952.xml"/><Relationship Id="rId960" Type="http://schemas.openxmlformats.org/officeDocument/2006/relationships/slide" Target="slides/slide953.xml"/><Relationship Id="rId961" Type="http://schemas.openxmlformats.org/officeDocument/2006/relationships/slide" Target="slides/slide954.xml"/><Relationship Id="rId962" Type="http://schemas.openxmlformats.org/officeDocument/2006/relationships/slide" Target="slides/slide955.xml"/><Relationship Id="rId963" Type="http://schemas.openxmlformats.org/officeDocument/2006/relationships/slide" Target="slides/slide956.xml"/><Relationship Id="rId964" Type="http://schemas.openxmlformats.org/officeDocument/2006/relationships/slide" Target="slides/slide957.xml"/><Relationship Id="rId965" Type="http://schemas.openxmlformats.org/officeDocument/2006/relationships/slide" Target="slides/slide958.xml"/><Relationship Id="rId966" Type="http://schemas.openxmlformats.org/officeDocument/2006/relationships/slide" Target="slides/slide959.xml"/><Relationship Id="rId967" Type="http://schemas.openxmlformats.org/officeDocument/2006/relationships/slide" Target="slides/slide960.xml"/><Relationship Id="rId968" Type="http://schemas.openxmlformats.org/officeDocument/2006/relationships/slide" Target="slides/slide961.xml"/><Relationship Id="rId969" Type="http://schemas.openxmlformats.org/officeDocument/2006/relationships/slide" Target="slides/slide962.xml"/><Relationship Id="rId970" Type="http://schemas.openxmlformats.org/officeDocument/2006/relationships/slide" Target="slides/slide963.xml"/><Relationship Id="rId971" Type="http://schemas.openxmlformats.org/officeDocument/2006/relationships/slide" Target="slides/slide964.xml"/><Relationship Id="rId972" Type="http://schemas.openxmlformats.org/officeDocument/2006/relationships/slide" Target="slides/slide965.xml"/><Relationship Id="rId973" Type="http://schemas.openxmlformats.org/officeDocument/2006/relationships/slide" Target="slides/slide966.xml"/><Relationship Id="rId974" Type="http://schemas.openxmlformats.org/officeDocument/2006/relationships/slide" Target="slides/slide967.xml"/><Relationship Id="rId975" Type="http://schemas.openxmlformats.org/officeDocument/2006/relationships/slide" Target="slides/slide968.xml"/><Relationship Id="rId976" Type="http://schemas.openxmlformats.org/officeDocument/2006/relationships/slide" Target="slides/slide969.xml"/><Relationship Id="rId977" Type="http://schemas.openxmlformats.org/officeDocument/2006/relationships/slide" Target="slides/slide970.xml"/><Relationship Id="rId978" Type="http://schemas.openxmlformats.org/officeDocument/2006/relationships/slide" Target="slides/slide971.xml"/><Relationship Id="rId979" Type="http://schemas.openxmlformats.org/officeDocument/2006/relationships/slide" Target="slides/slide972.xml"/><Relationship Id="rId980" Type="http://schemas.openxmlformats.org/officeDocument/2006/relationships/slide" Target="slides/slide973.xml"/><Relationship Id="rId981" Type="http://schemas.openxmlformats.org/officeDocument/2006/relationships/slide" Target="slides/slide974.xml"/><Relationship Id="rId982" Type="http://schemas.openxmlformats.org/officeDocument/2006/relationships/slide" Target="slides/slide975.xml"/><Relationship Id="rId983" Type="http://schemas.openxmlformats.org/officeDocument/2006/relationships/slide" Target="slides/slide976.xml"/><Relationship Id="rId984" Type="http://schemas.openxmlformats.org/officeDocument/2006/relationships/slide" Target="slides/slide977.xml"/><Relationship Id="rId985" Type="http://schemas.openxmlformats.org/officeDocument/2006/relationships/slide" Target="slides/slide978.xml"/><Relationship Id="rId986" Type="http://schemas.openxmlformats.org/officeDocument/2006/relationships/slide" Target="slides/slide979.xml"/><Relationship Id="rId987" Type="http://schemas.openxmlformats.org/officeDocument/2006/relationships/slide" Target="slides/slide980.xml"/><Relationship Id="rId988" Type="http://schemas.openxmlformats.org/officeDocument/2006/relationships/slide" Target="slides/slide981.xml"/><Relationship Id="rId989" Type="http://schemas.openxmlformats.org/officeDocument/2006/relationships/slide" Target="slides/slide982.xml"/><Relationship Id="rId990" Type="http://schemas.openxmlformats.org/officeDocument/2006/relationships/slide" Target="slides/slide983.xml"/><Relationship Id="rId991" Type="http://schemas.openxmlformats.org/officeDocument/2006/relationships/slide" Target="slides/slide984.xml"/><Relationship Id="rId992" Type="http://schemas.openxmlformats.org/officeDocument/2006/relationships/slide" Target="slides/slide985.xml"/><Relationship Id="rId993" Type="http://schemas.openxmlformats.org/officeDocument/2006/relationships/slide" Target="slides/slide986.xml"/><Relationship Id="rId994" Type="http://schemas.openxmlformats.org/officeDocument/2006/relationships/slide" Target="slides/slide987.xml"/><Relationship Id="rId995" Type="http://schemas.openxmlformats.org/officeDocument/2006/relationships/slide" Target="slides/slide988.xml"/><Relationship Id="rId996" Type="http://schemas.openxmlformats.org/officeDocument/2006/relationships/slide" Target="slides/slide989.xml"/><Relationship Id="rId997" Type="http://schemas.openxmlformats.org/officeDocument/2006/relationships/slide" Target="slides/slide990.xml"/><Relationship Id="rId998" Type="http://schemas.openxmlformats.org/officeDocument/2006/relationships/slide" Target="slides/slide991.xml"/><Relationship Id="rId999" Type="http://schemas.openxmlformats.org/officeDocument/2006/relationships/slide" Target="slides/slide992.xml"/><Relationship Id="rId1000" Type="http://schemas.openxmlformats.org/officeDocument/2006/relationships/slide" Target="slides/slide993.xml"/><Relationship Id="rId1001" Type="http://schemas.openxmlformats.org/officeDocument/2006/relationships/slide" Target="slides/slide994.xml"/><Relationship Id="rId1002" Type="http://schemas.openxmlformats.org/officeDocument/2006/relationships/slide" Target="slides/slide995.xml"/><Relationship Id="rId1003" Type="http://schemas.openxmlformats.org/officeDocument/2006/relationships/slide" Target="slides/slide996.xml"/><Relationship Id="rId1004" Type="http://schemas.openxmlformats.org/officeDocument/2006/relationships/slide" Target="slides/slide997.xml"/><Relationship Id="rId1005" Type="http://schemas.openxmlformats.org/officeDocument/2006/relationships/slide" Target="slides/slide998.xml"/><Relationship Id="rId1006" Type="http://schemas.openxmlformats.org/officeDocument/2006/relationships/slide" Target="slides/slide999.xml"/><Relationship Id="rId1007" Type="http://schemas.openxmlformats.org/officeDocument/2006/relationships/slide" Target="slides/slide1000.xml"/><Relationship Id="rId1008" Type="http://schemas.openxmlformats.org/officeDocument/2006/relationships/slide" Target="slides/slide1001.xml"/><Relationship Id="rId1009" Type="http://schemas.openxmlformats.org/officeDocument/2006/relationships/slide" Target="slides/slide1002.xml"/><Relationship Id="rId1010" Type="http://schemas.openxmlformats.org/officeDocument/2006/relationships/slide" Target="slides/slide1003.xml"/><Relationship Id="rId1011" Type="http://schemas.openxmlformats.org/officeDocument/2006/relationships/slide" Target="slides/slide1004.xml"/><Relationship Id="rId1012" Type="http://schemas.openxmlformats.org/officeDocument/2006/relationships/slide" Target="slides/slide1005.xml"/><Relationship Id="rId1013" Type="http://schemas.openxmlformats.org/officeDocument/2006/relationships/slide" Target="slides/slide1006.xml"/><Relationship Id="rId1014" Type="http://schemas.openxmlformats.org/officeDocument/2006/relationships/slide" Target="slides/slide1007.xml"/><Relationship Id="rId1015" Type="http://schemas.openxmlformats.org/officeDocument/2006/relationships/slide" Target="slides/slide1008.xml"/><Relationship Id="rId1016" Type="http://schemas.openxmlformats.org/officeDocument/2006/relationships/slide" Target="slides/slide1009.xml"/><Relationship Id="rId1017" Type="http://schemas.openxmlformats.org/officeDocument/2006/relationships/slide" Target="slides/slide1010.xml"/><Relationship Id="rId1018" Type="http://schemas.openxmlformats.org/officeDocument/2006/relationships/slide" Target="slides/slide1011.xml"/><Relationship Id="rId1019" Type="http://schemas.openxmlformats.org/officeDocument/2006/relationships/slide" Target="slides/slide1012.xml"/><Relationship Id="rId1020" Type="http://schemas.openxmlformats.org/officeDocument/2006/relationships/slide" Target="slides/slide1013.xml"/><Relationship Id="rId1021" Type="http://schemas.openxmlformats.org/officeDocument/2006/relationships/slide" Target="slides/slide1014.xml"/><Relationship Id="rId1022" Type="http://schemas.openxmlformats.org/officeDocument/2006/relationships/slide" Target="slides/slide1015.xml"/><Relationship Id="rId1023" Type="http://schemas.openxmlformats.org/officeDocument/2006/relationships/slide" Target="slides/slide1016.xml"/><Relationship Id="rId1024" Type="http://schemas.openxmlformats.org/officeDocument/2006/relationships/slide" Target="slides/slide1017.xml"/><Relationship Id="rId1025" Type="http://schemas.openxmlformats.org/officeDocument/2006/relationships/slide" Target="slides/slide1018.xml"/><Relationship Id="rId1026" Type="http://schemas.openxmlformats.org/officeDocument/2006/relationships/slide" Target="slides/slide1019.xml"/><Relationship Id="rId1027" Type="http://schemas.openxmlformats.org/officeDocument/2006/relationships/slide" Target="slides/slide1020.xml"/><Relationship Id="rId1028" Type="http://schemas.openxmlformats.org/officeDocument/2006/relationships/slide" Target="slides/slide1021.xml"/><Relationship Id="rId1029" Type="http://schemas.openxmlformats.org/officeDocument/2006/relationships/slide" Target="slides/slide1022.xml"/><Relationship Id="rId1030" Type="http://schemas.openxmlformats.org/officeDocument/2006/relationships/slide" Target="slides/slide1023.xml"/><Relationship Id="rId1031" Type="http://schemas.openxmlformats.org/officeDocument/2006/relationships/slide" Target="slides/slide1024.xml"/><Relationship Id="rId1032" Type="http://schemas.openxmlformats.org/officeDocument/2006/relationships/slide" Target="slides/slide1025.xml"/><Relationship Id="rId1033" Type="http://schemas.openxmlformats.org/officeDocument/2006/relationships/slide" Target="slides/slide1026.xml"/><Relationship Id="rId1034" Type="http://schemas.openxmlformats.org/officeDocument/2006/relationships/slide" Target="slides/slide1027.xml"/><Relationship Id="rId1035" Type="http://schemas.openxmlformats.org/officeDocument/2006/relationships/slide" Target="slides/slide1028.xml"/><Relationship Id="rId1036" Type="http://schemas.openxmlformats.org/officeDocument/2006/relationships/slide" Target="slides/slide1029.xml"/><Relationship Id="rId1037" Type="http://schemas.openxmlformats.org/officeDocument/2006/relationships/slide" Target="slides/slide1030.xml"/><Relationship Id="rId1038" Type="http://schemas.openxmlformats.org/officeDocument/2006/relationships/slide" Target="slides/slide1031.xml"/><Relationship Id="rId1039" Type="http://schemas.openxmlformats.org/officeDocument/2006/relationships/slide" Target="slides/slide1032.xml"/><Relationship Id="rId1040" Type="http://schemas.openxmlformats.org/officeDocument/2006/relationships/slide" Target="slides/slide1033.xml"/><Relationship Id="rId1041" Type="http://schemas.openxmlformats.org/officeDocument/2006/relationships/slide" Target="slides/slide1034.xml"/><Relationship Id="rId1042" Type="http://schemas.openxmlformats.org/officeDocument/2006/relationships/slide" Target="slides/slide1035.xml"/><Relationship Id="rId1043" Type="http://schemas.openxmlformats.org/officeDocument/2006/relationships/slide" Target="slides/slide1036.xml"/><Relationship Id="rId1044" Type="http://schemas.openxmlformats.org/officeDocument/2006/relationships/slide" Target="slides/slide1037.xml"/><Relationship Id="rId1045" Type="http://schemas.openxmlformats.org/officeDocument/2006/relationships/slide" Target="slides/slide1038.xml"/><Relationship Id="rId1046" Type="http://schemas.openxmlformats.org/officeDocument/2006/relationships/slide" Target="slides/slide1039.xml"/><Relationship Id="rId1047" Type="http://schemas.openxmlformats.org/officeDocument/2006/relationships/slide" Target="slides/slide1040.xml"/><Relationship Id="rId1048" Type="http://schemas.openxmlformats.org/officeDocument/2006/relationships/slide" Target="slides/slide1041.xml"/><Relationship Id="rId1049" Type="http://schemas.openxmlformats.org/officeDocument/2006/relationships/slide" Target="slides/slide1042.xml"/><Relationship Id="rId1050" Type="http://schemas.openxmlformats.org/officeDocument/2006/relationships/slide" Target="slides/slide1043.xml"/><Relationship Id="rId1051" Type="http://schemas.openxmlformats.org/officeDocument/2006/relationships/slide" Target="slides/slide1044.xml"/><Relationship Id="rId1052" Type="http://schemas.openxmlformats.org/officeDocument/2006/relationships/slide" Target="slides/slide1045.xml"/><Relationship Id="rId1053" Type="http://schemas.openxmlformats.org/officeDocument/2006/relationships/slide" Target="slides/slide1046.xml"/><Relationship Id="rId1054" Type="http://schemas.openxmlformats.org/officeDocument/2006/relationships/slide" Target="slides/slide1047.xml"/><Relationship Id="rId1055" Type="http://schemas.openxmlformats.org/officeDocument/2006/relationships/slide" Target="slides/slide1048.xml"/><Relationship Id="rId1056" Type="http://schemas.openxmlformats.org/officeDocument/2006/relationships/slide" Target="slides/slide1049.xml"/><Relationship Id="rId1057" Type="http://schemas.openxmlformats.org/officeDocument/2006/relationships/slide" Target="slides/slide1050.xml"/><Relationship Id="rId1058" Type="http://schemas.openxmlformats.org/officeDocument/2006/relationships/slide" Target="slides/slide1051.xml"/><Relationship Id="rId1059" Type="http://schemas.openxmlformats.org/officeDocument/2006/relationships/slide" Target="slides/slide1052.xml"/><Relationship Id="rId1060" Type="http://schemas.openxmlformats.org/officeDocument/2006/relationships/slide" Target="slides/slide1053.xml"/><Relationship Id="rId1061" Type="http://schemas.openxmlformats.org/officeDocument/2006/relationships/slide" Target="slides/slide1054.xml"/><Relationship Id="rId1062" Type="http://schemas.openxmlformats.org/officeDocument/2006/relationships/slide" Target="slides/slide1055.xml"/><Relationship Id="rId1063" Type="http://schemas.openxmlformats.org/officeDocument/2006/relationships/slide" Target="slides/slide1056.xml"/><Relationship Id="rId1064" Type="http://schemas.openxmlformats.org/officeDocument/2006/relationships/slide" Target="slides/slide1057.xml"/><Relationship Id="rId1065" Type="http://schemas.openxmlformats.org/officeDocument/2006/relationships/slide" Target="slides/slide1058.xml"/><Relationship Id="rId1066" Type="http://schemas.openxmlformats.org/officeDocument/2006/relationships/slide" Target="slides/slide1059.xml"/><Relationship Id="rId1067" Type="http://schemas.openxmlformats.org/officeDocument/2006/relationships/slide" Target="slides/slide1060.xml"/><Relationship Id="rId1068" Type="http://schemas.openxmlformats.org/officeDocument/2006/relationships/slide" Target="slides/slide1061.xml"/><Relationship Id="rId1069" Type="http://schemas.openxmlformats.org/officeDocument/2006/relationships/slide" Target="slides/slide1062.xml"/><Relationship Id="rId1070" Type="http://schemas.openxmlformats.org/officeDocument/2006/relationships/slide" Target="slides/slide1063.xml"/><Relationship Id="rId1071" Type="http://schemas.openxmlformats.org/officeDocument/2006/relationships/slide" Target="slides/slide1064.xml"/><Relationship Id="rId1072" Type="http://schemas.openxmlformats.org/officeDocument/2006/relationships/slide" Target="slides/slide1065.xml"/><Relationship Id="rId1073" Type="http://schemas.openxmlformats.org/officeDocument/2006/relationships/slide" Target="slides/slide1066.xml"/><Relationship Id="rId1074" Type="http://schemas.openxmlformats.org/officeDocument/2006/relationships/slide" Target="slides/slide1067.xml"/><Relationship Id="rId1075" Type="http://schemas.openxmlformats.org/officeDocument/2006/relationships/slide" Target="slides/slide1068.xml"/><Relationship Id="rId1076" Type="http://schemas.openxmlformats.org/officeDocument/2006/relationships/slide" Target="slides/slide1069.xml"/><Relationship Id="rId1077" Type="http://schemas.openxmlformats.org/officeDocument/2006/relationships/slide" Target="slides/slide1070.xml"/><Relationship Id="rId1078" Type="http://schemas.openxmlformats.org/officeDocument/2006/relationships/slide" Target="slides/slide1071.xml"/><Relationship Id="rId1079" Type="http://schemas.openxmlformats.org/officeDocument/2006/relationships/slide" Target="slides/slide1072.xml"/><Relationship Id="rId1080" Type="http://schemas.openxmlformats.org/officeDocument/2006/relationships/slide" Target="slides/slide1073.xml"/><Relationship Id="rId1081" Type="http://schemas.openxmlformats.org/officeDocument/2006/relationships/slide" Target="slides/slide1074.xml"/><Relationship Id="rId1082" Type="http://schemas.openxmlformats.org/officeDocument/2006/relationships/slide" Target="slides/slide1075.xml"/><Relationship Id="rId1083" Type="http://schemas.openxmlformats.org/officeDocument/2006/relationships/slide" Target="slides/slide1076.xml"/><Relationship Id="rId1084" Type="http://schemas.openxmlformats.org/officeDocument/2006/relationships/slide" Target="slides/slide1077.xml"/><Relationship Id="rId1085" Type="http://schemas.openxmlformats.org/officeDocument/2006/relationships/slide" Target="slides/slide1078.xml"/><Relationship Id="rId1086" Type="http://schemas.openxmlformats.org/officeDocument/2006/relationships/slide" Target="slides/slide1079.xml"/><Relationship Id="rId1087" Type="http://schemas.openxmlformats.org/officeDocument/2006/relationships/slide" Target="slides/slide1080.xml"/><Relationship Id="rId1088" Type="http://schemas.openxmlformats.org/officeDocument/2006/relationships/slide" Target="slides/slide1081.xml"/><Relationship Id="rId1089" Type="http://schemas.openxmlformats.org/officeDocument/2006/relationships/slide" Target="slides/slide1082.xml"/><Relationship Id="rId1090" Type="http://schemas.openxmlformats.org/officeDocument/2006/relationships/slide" Target="slides/slide1083.xml"/><Relationship Id="rId1091" Type="http://schemas.openxmlformats.org/officeDocument/2006/relationships/slide" Target="slides/slide1084.xml"/><Relationship Id="rId1092" Type="http://schemas.openxmlformats.org/officeDocument/2006/relationships/slide" Target="slides/slide1085.xml"/><Relationship Id="rId1093" Type="http://schemas.openxmlformats.org/officeDocument/2006/relationships/slide" Target="slides/slide1086.xml"/><Relationship Id="rId1094" Type="http://schemas.openxmlformats.org/officeDocument/2006/relationships/slide" Target="slides/slide1087.xml"/><Relationship Id="rId1095" Type="http://schemas.openxmlformats.org/officeDocument/2006/relationships/slide" Target="slides/slide1088.xml"/><Relationship Id="rId1096" Type="http://schemas.openxmlformats.org/officeDocument/2006/relationships/slide" Target="slides/slide1089.xml"/><Relationship Id="rId1097" Type="http://schemas.openxmlformats.org/officeDocument/2006/relationships/slide" Target="slides/slide1090.xml"/><Relationship Id="rId1098" Type="http://schemas.openxmlformats.org/officeDocument/2006/relationships/slide" Target="slides/slide1091.xml"/><Relationship Id="rId1099" Type="http://schemas.openxmlformats.org/officeDocument/2006/relationships/slide" Target="slides/slide1092.xml"/><Relationship Id="rId1100" Type="http://schemas.openxmlformats.org/officeDocument/2006/relationships/slide" Target="slides/slide1093.xml"/><Relationship Id="rId1101" Type="http://schemas.openxmlformats.org/officeDocument/2006/relationships/slide" Target="slides/slide1094.xml"/><Relationship Id="rId1102" Type="http://schemas.openxmlformats.org/officeDocument/2006/relationships/slide" Target="slides/slide1095.xml"/><Relationship Id="rId1103" Type="http://schemas.openxmlformats.org/officeDocument/2006/relationships/slide" Target="slides/slide1096.xml"/><Relationship Id="rId1104" Type="http://schemas.openxmlformats.org/officeDocument/2006/relationships/slide" Target="slides/slide1097.xml"/><Relationship Id="rId1105" Type="http://schemas.openxmlformats.org/officeDocument/2006/relationships/slide" Target="slides/slide1098.xml"/><Relationship Id="rId1106" Type="http://schemas.openxmlformats.org/officeDocument/2006/relationships/slide" Target="slides/slide1099.xml"/><Relationship Id="rId1107" Type="http://schemas.openxmlformats.org/officeDocument/2006/relationships/slide" Target="slides/slide1100.xml"/><Relationship Id="rId1108" Type="http://schemas.openxmlformats.org/officeDocument/2006/relationships/slide" Target="slides/slide1101.xml"/><Relationship Id="rId1109" Type="http://schemas.openxmlformats.org/officeDocument/2006/relationships/slide" Target="slides/slide1102.xml"/><Relationship Id="rId1110" Type="http://schemas.openxmlformats.org/officeDocument/2006/relationships/slide" Target="slides/slide1103.xml"/><Relationship Id="rId1111" Type="http://schemas.openxmlformats.org/officeDocument/2006/relationships/slide" Target="slides/slide1104.xml"/><Relationship Id="rId1112" Type="http://schemas.openxmlformats.org/officeDocument/2006/relationships/slide" Target="slides/slide1105.xml"/><Relationship Id="rId1113" Type="http://schemas.openxmlformats.org/officeDocument/2006/relationships/slide" Target="slides/slide1106.xml"/><Relationship Id="rId1114" Type="http://schemas.openxmlformats.org/officeDocument/2006/relationships/slide" Target="slides/slide1107.xml"/><Relationship Id="rId1115" Type="http://schemas.openxmlformats.org/officeDocument/2006/relationships/slide" Target="slides/slide1108.xml"/><Relationship Id="rId1116" Type="http://schemas.openxmlformats.org/officeDocument/2006/relationships/slide" Target="slides/slide1109.xml"/><Relationship Id="rId1117" Type="http://schemas.openxmlformats.org/officeDocument/2006/relationships/slide" Target="slides/slide1110.xml"/><Relationship Id="rId1118" Type="http://schemas.openxmlformats.org/officeDocument/2006/relationships/slide" Target="slides/slide1111.xml"/><Relationship Id="rId1119" Type="http://schemas.openxmlformats.org/officeDocument/2006/relationships/slide" Target="slides/slide1112.xml"/><Relationship Id="rId1120" Type="http://schemas.openxmlformats.org/officeDocument/2006/relationships/slide" Target="slides/slide1113.xml"/><Relationship Id="rId1121" Type="http://schemas.openxmlformats.org/officeDocument/2006/relationships/slide" Target="slides/slide1114.xml"/><Relationship Id="rId1122" Type="http://schemas.openxmlformats.org/officeDocument/2006/relationships/slide" Target="slides/slide1115.xml"/><Relationship Id="rId1123" Type="http://schemas.openxmlformats.org/officeDocument/2006/relationships/slide" Target="slides/slide1116.xml"/><Relationship Id="rId1124" Type="http://schemas.openxmlformats.org/officeDocument/2006/relationships/slide" Target="slides/slide1117.xml"/><Relationship Id="rId1125" Type="http://schemas.openxmlformats.org/officeDocument/2006/relationships/slide" Target="slides/slide1118.xml"/><Relationship Id="rId1126" Type="http://schemas.openxmlformats.org/officeDocument/2006/relationships/slide" Target="slides/slide1119.xml"/><Relationship Id="rId1127" Type="http://schemas.openxmlformats.org/officeDocument/2006/relationships/slide" Target="slides/slide1120.xml"/><Relationship Id="rId1128" Type="http://schemas.openxmlformats.org/officeDocument/2006/relationships/slide" Target="slides/slide1121.xml"/><Relationship Id="rId1129" Type="http://schemas.openxmlformats.org/officeDocument/2006/relationships/slide" Target="slides/slide1122.xml"/><Relationship Id="rId1130" Type="http://schemas.openxmlformats.org/officeDocument/2006/relationships/slide" Target="slides/slide1123.xml"/><Relationship Id="rId1131" Type="http://schemas.openxmlformats.org/officeDocument/2006/relationships/slide" Target="slides/slide1124.xml"/><Relationship Id="rId1132" Type="http://schemas.openxmlformats.org/officeDocument/2006/relationships/slide" Target="slides/slide1125.xml"/><Relationship Id="rId1133" Type="http://schemas.openxmlformats.org/officeDocument/2006/relationships/slide" Target="slides/slide1126.xml"/><Relationship Id="rId1134" Type="http://schemas.openxmlformats.org/officeDocument/2006/relationships/slide" Target="slides/slide1127.xml"/><Relationship Id="rId1135" Type="http://schemas.openxmlformats.org/officeDocument/2006/relationships/slide" Target="slides/slide1128.xml"/><Relationship Id="rId1136" Type="http://schemas.openxmlformats.org/officeDocument/2006/relationships/slide" Target="slides/slide1129.xml"/><Relationship Id="rId1137" Type="http://schemas.openxmlformats.org/officeDocument/2006/relationships/slide" Target="slides/slide1130.xml"/><Relationship Id="rId1138" Type="http://schemas.openxmlformats.org/officeDocument/2006/relationships/slide" Target="slides/slide1131.xml"/><Relationship Id="rId1139" Type="http://schemas.openxmlformats.org/officeDocument/2006/relationships/slide" Target="slides/slide1132.xml"/><Relationship Id="rId1140" Type="http://schemas.openxmlformats.org/officeDocument/2006/relationships/slide" Target="slides/slide1133.xml"/><Relationship Id="rId1141" Type="http://schemas.openxmlformats.org/officeDocument/2006/relationships/slide" Target="slides/slide1134.xml"/><Relationship Id="rId1142" Type="http://schemas.openxmlformats.org/officeDocument/2006/relationships/slide" Target="slides/slide1135.xml"/><Relationship Id="rId1143" Type="http://schemas.openxmlformats.org/officeDocument/2006/relationships/slide" Target="slides/slide1136.xml"/><Relationship Id="rId1144" Type="http://schemas.openxmlformats.org/officeDocument/2006/relationships/slide" Target="slides/slide1137.xml"/><Relationship Id="rId1145" Type="http://schemas.openxmlformats.org/officeDocument/2006/relationships/slide" Target="slides/slide1138.xml"/><Relationship Id="rId1146" Type="http://schemas.openxmlformats.org/officeDocument/2006/relationships/slide" Target="slides/slide1139.xml"/><Relationship Id="rId1147" Type="http://schemas.openxmlformats.org/officeDocument/2006/relationships/slide" Target="slides/slide1140.xml"/><Relationship Id="rId1148" Type="http://schemas.openxmlformats.org/officeDocument/2006/relationships/slide" Target="slides/slide1141.xml"/><Relationship Id="rId1149" Type="http://schemas.openxmlformats.org/officeDocument/2006/relationships/slide" Target="slides/slide1142.xml"/><Relationship Id="rId1150" Type="http://schemas.openxmlformats.org/officeDocument/2006/relationships/slide" Target="slides/slide1143.xml"/><Relationship Id="rId1151" Type="http://schemas.openxmlformats.org/officeDocument/2006/relationships/slide" Target="slides/slide1144.xml"/><Relationship Id="rId1152" Type="http://schemas.openxmlformats.org/officeDocument/2006/relationships/slide" Target="slides/slide1145.xml"/><Relationship Id="rId1153" Type="http://schemas.openxmlformats.org/officeDocument/2006/relationships/slide" Target="slides/slide1146.xml"/><Relationship Id="rId1154" Type="http://schemas.openxmlformats.org/officeDocument/2006/relationships/slide" Target="slides/slide1147.xml"/><Relationship Id="rId1155" Type="http://schemas.openxmlformats.org/officeDocument/2006/relationships/slide" Target="slides/slide1148.xml"/><Relationship Id="rId1156" Type="http://schemas.openxmlformats.org/officeDocument/2006/relationships/slide" Target="slides/slide1149.xml"/><Relationship Id="rId1157" Type="http://schemas.openxmlformats.org/officeDocument/2006/relationships/slide" Target="slides/slide1150.xml"/><Relationship Id="rId1158" Type="http://schemas.openxmlformats.org/officeDocument/2006/relationships/slide" Target="slides/slide1151.xml"/><Relationship Id="rId1159" Type="http://schemas.openxmlformats.org/officeDocument/2006/relationships/slide" Target="slides/slide1152.xml"/><Relationship Id="rId1160" Type="http://schemas.openxmlformats.org/officeDocument/2006/relationships/slide" Target="slides/slide1153.xml"/><Relationship Id="rId1161" Type="http://schemas.openxmlformats.org/officeDocument/2006/relationships/slide" Target="slides/slide1154.xml"/><Relationship Id="rId1162" Type="http://schemas.openxmlformats.org/officeDocument/2006/relationships/slide" Target="slides/slide1155.xml"/><Relationship Id="rId1163" Type="http://schemas.openxmlformats.org/officeDocument/2006/relationships/slide" Target="slides/slide1156.xml"/><Relationship Id="rId1164" Type="http://schemas.openxmlformats.org/officeDocument/2006/relationships/slide" Target="slides/slide1157.xml"/><Relationship Id="rId1165" Type="http://schemas.openxmlformats.org/officeDocument/2006/relationships/slide" Target="slides/slide1158.xml"/><Relationship Id="rId1166" Type="http://schemas.openxmlformats.org/officeDocument/2006/relationships/slide" Target="slides/slide1159.xml"/><Relationship Id="rId1167" Type="http://schemas.openxmlformats.org/officeDocument/2006/relationships/slide" Target="slides/slide1160.xml"/><Relationship Id="rId1168" Type="http://schemas.openxmlformats.org/officeDocument/2006/relationships/slide" Target="slides/slide1161.xml"/><Relationship Id="rId1169" Type="http://schemas.openxmlformats.org/officeDocument/2006/relationships/slide" Target="slides/slide1162.xml"/><Relationship Id="rId1170" Type="http://schemas.openxmlformats.org/officeDocument/2006/relationships/slide" Target="slides/slide1163.xml"/><Relationship Id="rId1171" Type="http://schemas.openxmlformats.org/officeDocument/2006/relationships/slide" Target="slides/slide1164.xml"/><Relationship Id="rId1172" Type="http://schemas.openxmlformats.org/officeDocument/2006/relationships/slide" Target="slides/slide1165.xml"/><Relationship Id="rId1173" Type="http://schemas.openxmlformats.org/officeDocument/2006/relationships/slide" Target="slides/slide1166.xml"/><Relationship Id="rId1174" Type="http://schemas.openxmlformats.org/officeDocument/2006/relationships/slide" Target="slides/slide1167.xml"/><Relationship Id="rId1175" Type="http://schemas.openxmlformats.org/officeDocument/2006/relationships/slide" Target="slides/slide1168.xml"/><Relationship Id="rId1176" Type="http://schemas.openxmlformats.org/officeDocument/2006/relationships/slide" Target="slides/slide1169.xml"/><Relationship Id="rId1177" Type="http://schemas.openxmlformats.org/officeDocument/2006/relationships/slide" Target="slides/slide1170.xml"/><Relationship Id="rId1178" Type="http://schemas.openxmlformats.org/officeDocument/2006/relationships/slide" Target="slides/slide1171.xml"/><Relationship Id="rId1179" Type="http://schemas.openxmlformats.org/officeDocument/2006/relationships/slide" Target="slides/slide1172.xml"/><Relationship Id="rId1180" Type="http://schemas.openxmlformats.org/officeDocument/2006/relationships/slide" Target="slides/slide1173.xml"/><Relationship Id="rId1181" Type="http://schemas.openxmlformats.org/officeDocument/2006/relationships/slide" Target="slides/slide1174.xml"/><Relationship Id="rId1182" Type="http://schemas.openxmlformats.org/officeDocument/2006/relationships/slide" Target="slides/slide1175.xml"/><Relationship Id="rId1183" Type="http://schemas.openxmlformats.org/officeDocument/2006/relationships/slide" Target="slides/slide1176.xml"/><Relationship Id="rId1184" Type="http://schemas.openxmlformats.org/officeDocument/2006/relationships/slide" Target="slides/slide1177.xml"/><Relationship Id="rId1185" Type="http://schemas.openxmlformats.org/officeDocument/2006/relationships/slide" Target="slides/slide1178.xml"/><Relationship Id="rId1186" Type="http://schemas.openxmlformats.org/officeDocument/2006/relationships/slide" Target="slides/slide1179.xml"/><Relationship Id="rId1187" Type="http://schemas.openxmlformats.org/officeDocument/2006/relationships/slide" Target="slides/slide1180.xml"/><Relationship Id="rId1188" Type="http://schemas.openxmlformats.org/officeDocument/2006/relationships/slide" Target="slides/slide1181.xml"/><Relationship Id="rId1189" Type="http://schemas.openxmlformats.org/officeDocument/2006/relationships/slide" Target="slides/slide1182.xml"/><Relationship Id="rId1190" Type="http://schemas.openxmlformats.org/officeDocument/2006/relationships/slide" Target="slides/slide1183.xml"/><Relationship Id="rId1191" Type="http://schemas.openxmlformats.org/officeDocument/2006/relationships/slide" Target="slides/slide1184.xml"/><Relationship Id="rId1192" Type="http://schemas.openxmlformats.org/officeDocument/2006/relationships/slide" Target="slides/slide1185.xml"/><Relationship Id="rId1193" Type="http://schemas.openxmlformats.org/officeDocument/2006/relationships/slide" Target="slides/slide1186.xml"/><Relationship Id="rId1194" Type="http://schemas.openxmlformats.org/officeDocument/2006/relationships/slide" Target="slides/slide1187.xml"/><Relationship Id="rId1195" Type="http://schemas.openxmlformats.org/officeDocument/2006/relationships/slide" Target="slides/slide1188.xml"/><Relationship Id="rId1196" Type="http://schemas.openxmlformats.org/officeDocument/2006/relationships/slide" Target="slides/slide1189.xml"/><Relationship Id="rId1197" Type="http://schemas.openxmlformats.org/officeDocument/2006/relationships/presProps" Target="presProps.xml"/><Relationship Id="rId1198" Type="http://schemas.openxmlformats.org/officeDocument/2006/relationships/viewProps" Target="viewProps.xml"/><Relationship Id="rId1199" Type="http://schemas.openxmlformats.org/officeDocument/2006/relationships/theme" Target="theme/theme1.xml"/><Relationship Id="rId1200" Type="http://schemas.openxmlformats.org/officeDocument/2006/relationships/tableStyles" Target="tableStyles.xml"/><Relationship Id="rId1201" Type="http://schemas.microsoft.com/office/2016/11/relationships/changesInfo" Target="changesInfos/changesInfo1.xml"/><Relationship Id="rId1202" Type="http://schemas.microsoft.com/office/2015/10/relationships/revisionInfo" Target="revisionInfo.xml"/><Relationship Id="rId1203" Type="http://schemas.openxmlformats.org/officeDocument/2006/relationships/slide" Target="slides/slide1196.xml"/><Relationship Id="rId1204" Type="http://schemas.openxmlformats.org/officeDocument/2006/relationships/slide" Target="slides/slide1197.xml"/><Relationship Id="rId1205" Type="http://schemas.openxmlformats.org/officeDocument/2006/relationships/slide" Target="slides/slide1198.xml"/><Relationship Id="rId1206" Type="http://schemas.openxmlformats.org/officeDocument/2006/relationships/slide" Target="slides/slide1199.xml"/><Relationship Id="rId1207" Type="http://schemas.openxmlformats.org/officeDocument/2006/relationships/slide" Target="slides/slide1200.xml"/><Relationship Id="rId1208" Type="http://schemas.openxmlformats.org/officeDocument/2006/relationships/slide" Target="slides/slide1201.xml"/><Relationship Id="rId1209" Type="http://schemas.openxmlformats.org/officeDocument/2006/relationships/slide" Target="slides/slide1202.xml"/><Relationship Id="rId1210" Type="http://schemas.openxmlformats.org/officeDocument/2006/relationships/slide" Target="slides/slide1203.xml"/><Relationship Id="rId1211" Type="http://schemas.openxmlformats.org/officeDocument/2006/relationships/slide" Target="slides/slide1204.xml"/><Relationship Id="rId1212" Type="http://schemas.openxmlformats.org/officeDocument/2006/relationships/slide" Target="slides/slide1205.xml"/><Relationship Id="rId1213" Type="http://schemas.openxmlformats.org/officeDocument/2006/relationships/slide" Target="slides/slide1206.xml"/><Relationship Id="rId1214" Type="http://schemas.openxmlformats.org/officeDocument/2006/relationships/slide" Target="slides/slide1207.xml"/><Relationship Id="rId1215" Type="http://schemas.openxmlformats.org/officeDocument/2006/relationships/slide" Target="slides/slide1208.xml"/><Relationship Id="rId1216" Type="http://schemas.openxmlformats.org/officeDocument/2006/relationships/slide" Target="slides/slide1209.xml"/><Relationship Id="rId1217" Type="http://schemas.openxmlformats.org/officeDocument/2006/relationships/slide" Target="slides/slide1210.xml"/><Relationship Id="rId1218" Type="http://schemas.openxmlformats.org/officeDocument/2006/relationships/slide" Target="slides/slide1211.xml"/><Relationship Id="rId1219" Type="http://schemas.openxmlformats.org/officeDocument/2006/relationships/slide" Target="slides/slide1212.xml"/><Relationship Id="rId1220" Type="http://schemas.openxmlformats.org/officeDocument/2006/relationships/slide" Target="slides/slide1213.xml"/><Relationship Id="rId1221" Type="http://schemas.openxmlformats.org/officeDocument/2006/relationships/slide" Target="slides/slide1214.xml"/><Relationship Id="rId1222" Type="http://schemas.openxmlformats.org/officeDocument/2006/relationships/slide" Target="slides/slide1215.xml"/><Relationship Id="rId1223" Type="http://schemas.openxmlformats.org/officeDocument/2006/relationships/slide" Target="slides/slide1216.xml"/><Relationship Id="rId1224" Type="http://schemas.openxmlformats.org/officeDocument/2006/relationships/slide" Target="slides/slide1217.xml"/><Relationship Id="rId1225" Type="http://schemas.openxmlformats.org/officeDocument/2006/relationships/slide" Target="slides/slide1218.xml"/><Relationship Id="rId1226" Type="http://schemas.openxmlformats.org/officeDocument/2006/relationships/slide" Target="slides/slide1219.xml"/><Relationship Id="rId1227" Type="http://schemas.openxmlformats.org/officeDocument/2006/relationships/slide" Target="slides/slide1220.xml"/><Relationship Id="rId1228" Type="http://schemas.openxmlformats.org/officeDocument/2006/relationships/slide" Target="slides/slide1221.xml"/><Relationship Id="rId1229" Type="http://schemas.openxmlformats.org/officeDocument/2006/relationships/slide" Target="slides/slide1222.xml"/><Relationship Id="rId1230" Type="http://schemas.openxmlformats.org/officeDocument/2006/relationships/slide" Target="slides/slide1223.xml"/><Relationship Id="rId1231" Type="http://schemas.openxmlformats.org/officeDocument/2006/relationships/slide" Target="slides/slide1224.xml"/><Relationship Id="rId1232" Type="http://schemas.openxmlformats.org/officeDocument/2006/relationships/slide" Target="slides/slide1225.xml"/><Relationship Id="rId1233" Type="http://schemas.openxmlformats.org/officeDocument/2006/relationships/slide" Target="slides/slide1226.xml"/><Relationship Id="rId1234" Type="http://schemas.openxmlformats.org/officeDocument/2006/relationships/slide" Target="slides/slide1227.xml"/><Relationship Id="rId1235" Type="http://schemas.openxmlformats.org/officeDocument/2006/relationships/slide" Target="slides/slide1228.xml"/><Relationship Id="rId1236" Type="http://schemas.openxmlformats.org/officeDocument/2006/relationships/slide" Target="slides/slide1229.xml"/><Relationship Id="rId1237" Type="http://schemas.openxmlformats.org/officeDocument/2006/relationships/slide" Target="slides/slide1230.xml"/><Relationship Id="rId1238" Type="http://schemas.openxmlformats.org/officeDocument/2006/relationships/slide" Target="slides/slide1231.xml"/><Relationship Id="rId1239" Type="http://schemas.openxmlformats.org/officeDocument/2006/relationships/slide" Target="slides/slide1232.xml"/><Relationship Id="rId1240" Type="http://schemas.openxmlformats.org/officeDocument/2006/relationships/slide" Target="slides/slide1233.xml"/><Relationship Id="rId1241" Type="http://schemas.openxmlformats.org/officeDocument/2006/relationships/slide" Target="slides/slide1234.xml"/><Relationship Id="rId1242" Type="http://schemas.openxmlformats.org/officeDocument/2006/relationships/slide" Target="slides/slide1235.xml"/><Relationship Id="rId1243" Type="http://schemas.openxmlformats.org/officeDocument/2006/relationships/slide" Target="slides/slide1236.xml"/><Relationship Id="rId1244" Type="http://schemas.openxmlformats.org/officeDocument/2006/relationships/slide" Target="slides/slide1237.xml"/><Relationship Id="rId1245" Type="http://schemas.openxmlformats.org/officeDocument/2006/relationships/slide" Target="slides/slide1238.xml"/><Relationship Id="rId1246" Type="http://schemas.openxmlformats.org/officeDocument/2006/relationships/slide" Target="slides/slide1239.xml"/><Relationship Id="rId1247" Type="http://schemas.openxmlformats.org/officeDocument/2006/relationships/slide" Target="slides/slide1240.xml"/><Relationship Id="rId1248" Type="http://schemas.openxmlformats.org/officeDocument/2006/relationships/slide" Target="slides/slide1241.xml"/><Relationship Id="rId1249" Type="http://schemas.openxmlformats.org/officeDocument/2006/relationships/slide" Target="slides/slide1242.xml"/><Relationship Id="rId1250" Type="http://schemas.openxmlformats.org/officeDocument/2006/relationships/slide" Target="slides/slide1243.xml"/><Relationship Id="rId1251" Type="http://schemas.openxmlformats.org/officeDocument/2006/relationships/slide" Target="slides/slide1244.xml"/><Relationship Id="rId1252" Type="http://schemas.openxmlformats.org/officeDocument/2006/relationships/slide" Target="slides/slide1245.xml"/><Relationship Id="rId1253" Type="http://schemas.openxmlformats.org/officeDocument/2006/relationships/slide" Target="slides/slide1246.xml"/><Relationship Id="rId1254" Type="http://schemas.openxmlformats.org/officeDocument/2006/relationships/slide" Target="slides/slide1247.xml"/><Relationship Id="rId1255" Type="http://schemas.openxmlformats.org/officeDocument/2006/relationships/slide" Target="slides/slide1248.xml"/><Relationship Id="rId1256" Type="http://schemas.openxmlformats.org/officeDocument/2006/relationships/slide" Target="slides/slide1249.xml"/><Relationship Id="rId1257" Type="http://schemas.openxmlformats.org/officeDocument/2006/relationships/slide" Target="slides/slide1250.xml"/><Relationship Id="rId1258" Type="http://schemas.openxmlformats.org/officeDocument/2006/relationships/slide" Target="slides/slide1251.xml"/><Relationship Id="rId1259" Type="http://schemas.openxmlformats.org/officeDocument/2006/relationships/slide" Target="slides/slide1252.xml"/><Relationship Id="rId1260" Type="http://schemas.openxmlformats.org/officeDocument/2006/relationships/slide" Target="slides/slide1253.xml"/><Relationship Id="rId1261" Type="http://schemas.openxmlformats.org/officeDocument/2006/relationships/slide" Target="slides/slide1254.xml"/><Relationship Id="rId1262" Type="http://schemas.openxmlformats.org/officeDocument/2006/relationships/slide" Target="slides/slide1255.xml"/><Relationship Id="rId1263" Type="http://schemas.openxmlformats.org/officeDocument/2006/relationships/slide" Target="slides/slide1256.xml"/><Relationship Id="rId1264" Type="http://schemas.openxmlformats.org/officeDocument/2006/relationships/slide" Target="slides/slide1257.xml"/><Relationship Id="rId1265" Type="http://schemas.openxmlformats.org/officeDocument/2006/relationships/slide" Target="slides/slide1258.xml"/><Relationship Id="rId1266" Type="http://schemas.openxmlformats.org/officeDocument/2006/relationships/slide" Target="slides/slide1259.xml"/><Relationship Id="rId1267" Type="http://schemas.openxmlformats.org/officeDocument/2006/relationships/slide" Target="slides/slide1260.xml"/><Relationship Id="rId1268" Type="http://schemas.openxmlformats.org/officeDocument/2006/relationships/slide" Target="slides/slide1261.xml"/><Relationship Id="rId1269" Type="http://schemas.openxmlformats.org/officeDocument/2006/relationships/slide" Target="slides/slide1262.xml"/><Relationship Id="rId1270" Type="http://schemas.openxmlformats.org/officeDocument/2006/relationships/slide" Target="slides/slide1263.xml"/><Relationship Id="rId1271" Type="http://schemas.openxmlformats.org/officeDocument/2006/relationships/slide" Target="slides/slide1264.xml"/><Relationship Id="rId1272" Type="http://schemas.openxmlformats.org/officeDocument/2006/relationships/slide" Target="slides/slide1265.xml"/><Relationship Id="rId1273" Type="http://schemas.openxmlformats.org/officeDocument/2006/relationships/slide" Target="slides/slide1266.xml"/><Relationship Id="rId1274" Type="http://schemas.openxmlformats.org/officeDocument/2006/relationships/slide" Target="slides/slide1267.xml"/><Relationship Id="rId1275" Type="http://schemas.openxmlformats.org/officeDocument/2006/relationships/slide" Target="slides/slide1268.xml"/><Relationship Id="rId1276" Type="http://schemas.openxmlformats.org/officeDocument/2006/relationships/slide" Target="slides/slide1269.xml"/><Relationship Id="rId1277" Type="http://schemas.openxmlformats.org/officeDocument/2006/relationships/slide" Target="slides/slide1270.xml"/><Relationship Id="rId1278" Type="http://schemas.openxmlformats.org/officeDocument/2006/relationships/slide" Target="slides/slide1271.xml"/><Relationship Id="rId1279" Type="http://schemas.openxmlformats.org/officeDocument/2006/relationships/slide" Target="slides/slide1272.xml"/><Relationship Id="rId1280" Type="http://schemas.openxmlformats.org/officeDocument/2006/relationships/slide" Target="slides/slide1273.xml"/><Relationship Id="rId1281" Type="http://schemas.openxmlformats.org/officeDocument/2006/relationships/slide" Target="slides/slide1274.xml"/><Relationship Id="rId1282" Type="http://schemas.openxmlformats.org/officeDocument/2006/relationships/slide" Target="slides/slide1275.xml"/><Relationship Id="rId1283" Type="http://schemas.openxmlformats.org/officeDocument/2006/relationships/slide" Target="slides/slide1276.xml"/><Relationship Id="rId1284" Type="http://schemas.openxmlformats.org/officeDocument/2006/relationships/slide" Target="slides/slide1277.xml"/><Relationship Id="rId1285" Type="http://schemas.openxmlformats.org/officeDocument/2006/relationships/slide" Target="slides/slide1278.xml"/><Relationship Id="rId1286" Type="http://schemas.openxmlformats.org/officeDocument/2006/relationships/slide" Target="slides/slide1279.xml"/><Relationship Id="rId1287" Type="http://schemas.openxmlformats.org/officeDocument/2006/relationships/slide" Target="slides/slide1280.xml"/><Relationship Id="rId1288" Type="http://schemas.openxmlformats.org/officeDocument/2006/relationships/slide" Target="slides/slide1281.xml"/><Relationship Id="rId1289" Type="http://schemas.openxmlformats.org/officeDocument/2006/relationships/slide" Target="slides/slide1282.xml"/><Relationship Id="rId1290" Type="http://schemas.openxmlformats.org/officeDocument/2006/relationships/slide" Target="slides/slide1283.xml"/><Relationship Id="rId1291" Type="http://schemas.openxmlformats.org/officeDocument/2006/relationships/slide" Target="slides/slide1284.xml"/><Relationship Id="rId1292" Type="http://schemas.openxmlformats.org/officeDocument/2006/relationships/slide" Target="slides/slide1285.xml"/><Relationship Id="rId1293" Type="http://schemas.openxmlformats.org/officeDocument/2006/relationships/slide" Target="slides/slide1286.xml"/><Relationship Id="rId1294" Type="http://schemas.openxmlformats.org/officeDocument/2006/relationships/slide" Target="slides/slide1287.xml"/><Relationship Id="rId1295" Type="http://schemas.openxmlformats.org/officeDocument/2006/relationships/slide" Target="slides/slide1288.xml"/><Relationship Id="rId1296" Type="http://schemas.openxmlformats.org/officeDocument/2006/relationships/slide" Target="slides/slide1289.xml"/><Relationship Id="rId1297" Type="http://schemas.openxmlformats.org/officeDocument/2006/relationships/slide" Target="slides/slide1290.xml"/><Relationship Id="rId1298" Type="http://schemas.openxmlformats.org/officeDocument/2006/relationships/slide" Target="slides/slide1291.xml"/><Relationship Id="rId1299" Type="http://schemas.openxmlformats.org/officeDocument/2006/relationships/slide" Target="slides/slide1292.xml"/><Relationship Id="rId1300" Type="http://schemas.openxmlformats.org/officeDocument/2006/relationships/slide" Target="slides/slide1293.xml"/><Relationship Id="rId1301" Type="http://schemas.openxmlformats.org/officeDocument/2006/relationships/slide" Target="slides/slide1294.xml"/><Relationship Id="rId1302" Type="http://schemas.openxmlformats.org/officeDocument/2006/relationships/slide" Target="slides/slide1295.xml"/><Relationship Id="rId1303" Type="http://schemas.openxmlformats.org/officeDocument/2006/relationships/slide" Target="slides/slide1296.xml"/><Relationship Id="rId1304" Type="http://schemas.openxmlformats.org/officeDocument/2006/relationships/slide" Target="slides/slide1297.xml"/><Relationship Id="rId1305" Type="http://schemas.openxmlformats.org/officeDocument/2006/relationships/slide" Target="slides/slide1298.xml"/><Relationship Id="rId1306" Type="http://schemas.openxmlformats.org/officeDocument/2006/relationships/slide" Target="slides/slide1299.xml"/><Relationship Id="rId1307" Type="http://schemas.openxmlformats.org/officeDocument/2006/relationships/slide" Target="slides/slide1300.xml"/><Relationship Id="rId1308" Type="http://schemas.openxmlformats.org/officeDocument/2006/relationships/slide" Target="slides/slide1301.xml"/><Relationship Id="rId1309" Type="http://schemas.openxmlformats.org/officeDocument/2006/relationships/slide" Target="slides/slide1302.xml"/><Relationship Id="rId1310" Type="http://schemas.openxmlformats.org/officeDocument/2006/relationships/slide" Target="slides/slide1303.xml"/><Relationship Id="rId1311" Type="http://schemas.openxmlformats.org/officeDocument/2006/relationships/slide" Target="slides/slide1304.xml"/><Relationship Id="rId1312" Type="http://schemas.openxmlformats.org/officeDocument/2006/relationships/slide" Target="slides/slide1305.xml"/><Relationship Id="rId1313" Type="http://schemas.openxmlformats.org/officeDocument/2006/relationships/slide" Target="slides/slide1306.xml"/><Relationship Id="rId1314" Type="http://schemas.openxmlformats.org/officeDocument/2006/relationships/slide" Target="slides/slide1307.xml"/><Relationship Id="rId1315" Type="http://schemas.openxmlformats.org/officeDocument/2006/relationships/slide" Target="slides/slide1308.xml"/><Relationship Id="rId1316" Type="http://schemas.openxmlformats.org/officeDocument/2006/relationships/slide" Target="slides/slide1309.xml"/><Relationship Id="rId1317" Type="http://schemas.openxmlformats.org/officeDocument/2006/relationships/slide" Target="slides/slide1310.xml"/><Relationship Id="rId1318" Type="http://schemas.openxmlformats.org/officeDocument/2006/relationships/slide" Target="slides/slide1311.xml"/><Relationship Id="rId1319" Type="http://schemas.openxmlformats.org/officeDocument/2006/relationships/slide" Target="slides/slide1312.xml"/><Relationship Id="rId1320" Type="http://schemas.openxmlformats.org/officeDocument/2006/relationships/slide" Target="slides/slide1313.xml"/><Relationship Id="rId1321" Type="http://schemas.openxmlformats.org/officeDocument/2006/relationships/slide" Target="slides/slide1314.xml"/><Relationship Id="rId1322" Type="http://schemas.openxmlformats.org/officeDocument/2006/relationships/slide" Target="slides/slide1315.xml"/><Relationship Id="rId1323" Type="http://schemas.openxmlformats.org/officeDocument/2006/relationships/slide" Target="slides/slide1316.xml"/><Relationship Id="rId1324" Type="http://schemas.openxmlformats.org/officeDocument/2006/relationships/slide" Target="slides/slide1317.xml"/><Relationship Id="rId1325" Type="http://schemas.openxmlformats.org/officeDocument/2006/relationships/slide" Target="slides/slide1318.xml"/><Relationship Id="rId1326" Type="http://schemas.openxmlformats.org/officeDocument/2006/relationships/slide" Target="slides/slide1319.xml"/><Relationship Id="rId1327" Type="http://schemas.openxmlformats.org/officeDocument/2006/relationships/slide" Target="slides/slide1320.xml"/><Relationship Id="rId1328" Type="http://schemas.openxmlformats.org/officeDocument/2006/relationships/slide" Target="slides/slide1321.xml"/><Relationship Id="rId1329" Type="http://schemas.openxmlformats.org/officeDocument/2006/relationships/slide" Target="slides/slide1322.xml"/><Relationship Id="rId1330" Type="http://schemas.openxmlformats.org/officeDocument/2006/relationships/slide" Target="slides/slide1323.xml"/><Relationship Id="rId1331" Type="http://schemas.openxmlformats.org/officeDocument/2006/relationships/slide" Target="slides/slide1324.xml"/><Relationship Id="rId1332" Type="http://schemas.openxmlformats.org/officeDocument/2006/relationships/slide" Target="slides/slide1325.xml"/><Relationship Id="rId1333" Type="http://schemas.openxmlformats.org/officeDocument/2006/relationships/slide" Target="slides/slide1326.xml"/><Relationship Id="rId1334" Type="http://schemas.openxmlformats.org/officeDocument/2006/relationships/slide" Target="slides/slide1327.xml"/><Relationship Id="rId1335" Type="http://schemas.openxmlformats.org/officeDocument/2006/relationships/slide" Target="slides/slide1328.xml"/><Relationship Id="rId1336" Type="http://schemas.openxmlformats.org/officeDocument/2006/relationships/slide" Target="slides/slide1329.xml"/><Relationship Id="rId1337" Type="http://schemas.openxmlformats.org/officeDocument/2006/relationships/slide" Target="slides/slide1330.xml"/><Relationship Id="rId1338" Type="http://schemas.openxmlformats.org/officeDocument/2006/relationships/slide" Target="slides/slide1331.xml"/><Relationship Id="rId1339" Type="http://schemas.openxmlformats.org/officeDocument/2006/relationships/slide" Target="slides/slide1332.xml"/><Relationship Id="rId1340" Type="http://schemas.openxmlformats.org/officeDocument/2006/relationships/slide" Target="slides/slide1333.xml"/><Relationship Id="rId1341" Type="http://schemas.openxmlformats.org/officeDocument/2006/relationships/slide" Target="slides/slide1334.xml"/><Relationship Id="rId1342" Type="http://schemas.openxmlformats.org/officeDocument/2006/relationships/slide" Target="slides/slide1335.xml"/><Relationship Id="rId1343" Type="http://schemas.openxmlformats.org/officeDocument/2006/relationships/slide" Target="slides/slide1336.xml"/><Relationship Id="rId1344" Type="http://schemas.openxmlformats.org/officeDocument/2006/relationships/slide" Target="slides/slide1337.xml"/><Relationship Id="rId1345" Type="http://schemas.openxmlformats.org/officeDocument/2006/relationships/slide" Target="slides/slide1338.xml"/><Relationship Id="rId1346" Type="http://schemas.openxmlformats.org/officeDocument/2006/relationships/slide" Target="slides/slide1339.xml"/><Relationship Id="rId1347" Type="http://schemas.openxmlformats.org/officeDocument/2006/relationships/slide" Target="slides/slide1340.xml"/><Relationship Id="rId1348" Type="http://schemas.openxmlformats.org/officeDocument/2006/relationships/slide" Target="slides/slide1341.xml"/><Relationship Id="rId1349" Type="http://schemas.openxmlformats.org/officeDocument/2006/relationships/slide" Target="slides/slide1342.xml"/><Relationship Id="rId1350" Type="http://schemas.openxmlformats.org/officeDocument/2006/relationships/slide" Target="slides/slide1343.xml"/><Relationship Id="rId1351" Type="http://schemas.openxmlformats.org/officeDocument/2006/relationships/slide" Target="slides/slide1344.xml"/><Relationship Id="rId1352" Type="http://schemas.openxmlformats.org/officeDocument/2006/relationships/slide" Target="slides/slide1345.xml"/><Relationship Id="rId1353" Type="http://schemas.openxmlformats.org/officeDocument/2006/relationships/slide" Target="slides/slide1346.xml"/><Relationship Id="rId1354" Type="http://schemas.openxmlformats.org/officeDocument/2006/relationships/slide" Target="slides/slide1347.xml"/><Relationship Id="rId1355" Type="http://schemas.openxmlformats.org/officeDocument/2006/relationships/slide" Target="slides/slide1348.xml"/><Relationship Id="rId1356" Type="http://schemas.openxmlformats.org/officeDocument/2006/relationships/slide" Target="slides/slide1349.xml"/><Relationship Id="rId1357" Type="http://schemas.openxmlformats.org/officeDocument/2006/relationships/slide" Target="slides/slide1350.xml"/><Relationship Id="rId1358" Type="http://schemas.openxmlformats.org/officeDocument/2006/relationships/slide" Target="slides/slide1351.xml"/><Relationship Id="rId1359" Type="http://schemas.openxmlformats.org/officeDocument/2006/relationships/slide" Target="slides/slide1352.xml"/><Relationship Id="rId1360" Type="http://schemas.openxmlformats.org/officeDocument/2006/relationships/slide" Target="slides/slide1353.xml"/><Relationship Id="rId1361" Type="http://schemas.openxmlformats.org/officeDocument/2006/relationships/slide" Target="slides/slide1354.xml"/><Relationship Id="rId1362" Type="http://schemas.openxmlformats.org/officeDocument/2006/relationships/slide" Target="slides/slide1355.xml"/><Relationship Id="rId1363" Type="http://schemas.openxmlformats.org/officeDocument/2006/relationships/slide" Target="slides/slide1356.xml"/><Relationship Id="rId1364" Type="http://schemas.openxmlformats.org/officeDocument/2006/relationships/slide" Target="slides/slide1357.xml"/><Relationship Id="rId1365" Type="http://schemas.openxmlformats.org/officeDocument/2006/relationships/slide" Target="slides/slide1358.xml"/><Relationship Id="rId1366" Type="http://schemas.openxmlformats.org/officeDocument/2006/relationships/slide" Target="slides/slide1359.xml"/><Relationship Id="rId1367" Type="http://schemas.openxmlformats.org/officeDocument/2006/relationships/slide" Target="slides/slide1360.xml"/><Relationship Id="rId1368" Type="http://schemas.openxmlformats.org/officeDocument/2006/relationships/slide" Target="slides/slide1361.xml"/><Relationship Id="rId1369" Type="http://schemas.openxmlformats.org/officeDocument/2006/relationships/slide" Target="slides/slide1362.xml"/><Relationship Id="rId1370" Type="http://schemas.openxmlformats.org/officeDocument/2006/relationships/slide" Target="slides/slide1363.xml"/><Relationship Id="rId1371" Type="http://schemas.openxmlformats.org/officeDocument/2006/relationships/slide" Target="slides/slide1364.xml"/><Relationship Id="rId1372" Type="http://schemas.openxmlformats.org/officeDocument/2006/relationships/slide" Target="slides/slide1365.xml"/><Relationship Id="rId1373" Type="http://schemas.openxmlformats.org/officeDocument/2006/relationships/slide" Target="slides/slide1366.xml"/><Relationship Id="rId1374" Type="http://schemas.openxmlformats.org/officeDocument/2006/relationships/slide" Target="slides/slide1367.xml"/><Relationship Id="rId1375" Type="http://schemas.openxmlformats.org/officeDocument/2006/relationships/slide" Target="slides/slide1368.xml"/><Relationship Id="rId1376" Type="http://schemas.openxmlformats.org/officeDocument/2006/relationships/slide" Target="slides/slide1369.xml"/><Relationship Id="rId1377" Type="http://schemas.openxmlformats.org/officeDocument/2006/relationships/slide" Target="slides/slide1370.xml"/><Relationship Id="rId1378" Type="http://schemas.openxmlformats.org/officeDocument/2006/relationships/slide" Target="slides/slide1371.xml"/><Relationship Id="rId1379" Type="http://schemas.openxmlformats.org/officeDocument/2006/relationships/slide" Target="slides/slide1372.xml"/><Relationship Id="rId1380" Type="http://schemas.openxmlformats.org/officeDocument/2006/relationships/slide" Target="slides/slide1373.xml"/><Relationship Id="rId1381" Type="http://schemas.openxmlformats.org/officeDocument/2006/relationships/slide" Target="slides/slide1374.xml"/><Relationship Id="rId1382" Type="http://schemas.openxmlformats.org/officeDocument/2006/relationships/slide" Target="slides/slide1375.xml"/><Relationship Id="rId1383" Type="http://schemas.openxmlformats.org/officeDocument/2006/relationships/slide" Target="slides/slide1376.xml"/><Relationship Id="rId1384" Type="http://schemas.openxmlformats.org/officeDocument/2006/relationships/slide" Target="slides/slide1377.xml"/><Relationship Id="rId1385" Type="http://schemas.openxmlformats.org/officeDocument/2006/relationships/slide" Target="slides/slide1378.xml"/><Relationship Id="rId1386" Type="http://schemas.openxmlformats.org/officeDocument/2006/relationships/slide" Target="slides/slide1379.xml"/><Relationship Id="rId1387" Type="http://schemas.openxmlformats.org/officeDocument/2006/relationships/slide" Target="slides/slide1380.xml"/><Relationship Id="rId1388" Type="http://schemas.openxmlformats.org/officeDocument/2006/relationships/slide" Target="slides/slide1381.xml"/><Relationship Id="rId1389" Type="http://schemas.openxmlformats.org/officeDocument/2006/relationships/slide" Target="slides/slide1382.xml"/><Relationship Id="rId1390" Type="http://schemas.openxmlformats.org/officeDocument/2006/relationships/slide" Target="slides/slide1383.xml"/><Relationship Id="rId1391" Type="http://schemas.openxmlformats.org/officeDocument/2006/relationships/slide" Target="slides/slide1384.xml"/><Relationship Id="rId1392" Type="http://schemas.openxmlformats.org/officeDocument/2006/relationships/slide" Target="slides/slide1385.xml"/><Relationship Id="rId1393" Type="http://schemas.openxmlformats.org/officeDocument/2006/relationships/slide" Target="slides/slide1386.xml"/><Relationship Id="rId1394" Type="http://schemas.openxmlformats.org/officeDocument/2006/relationships/slide" Target="slides/slide1387.xml"/><Relationship Id="rId1395" Type="http://schemas.openxmlformats.org/officeDocument/2006/relationships/slide" Target="slides/slide1388.xml"/><Relationship Id="rId1396" Type="http://schemas.openxmlformats.org/officeDocument/2006/relationships/slide" Target="slides/slide1389.xml"/><Relationship Id="rId1397" Type="http://schemas.openxmlformats.org/officeDocument/2006/relationships/slide" Target="slides/slide1390.xml"/><Relationship Id="rId1398" Type="http://schemas.openxmlformats.org/officeDocument/2006/relationships/slide" Target="slides/slide1391.xml"/><Relationship Id="rId1399" Type="http://schemas.openxmlformats.org/officeDocument/2006/relationships/slide" Target="slides/slide1392.xml"/><Relationship Id="rId1400" Type="http://schemas.openxmlformats.org/officeDocument/2006/relationships/slide" Target="slides/slide1393.xml"/><Relationship Id="rId1401" Type="http://schemas.openxmlformats.org/officeDocument/2006/relationships/slide" Target="slides/slide1394.xml"/><Relationship Id="rId1402" Type="http://schemas.openxmlformats.org/officeDocument/2006/relationships/slide" Target="slides/slide1395.xml"/><Relationship Id="rId1403" Type="http://schemas.openxmlformats.org/officeDocument/2006/relationships/slide" Target="slides/slide1396.xml"/><Relationship Id="rId1404" Type="http://schemas.openxmlformats.org/officeDocument/2006/relationships/slide" Target="slides/slide1397.xml"/><Relationship Id="rId1405" Type="http://schemas.openxmlformats.org/officeDocument/2006/relationships/slide" Target="slides/slide1398.xml"/><Relationship Id="rId1406" Type="http://schemas.openxmlformats.org/officeDocument/2006/relationships/slide" Target="slides/slide1399.xml"/><Relationship Id="rId1407" Type="http://schemas.openxmlformats.org/officeDocument/2006/relationships/slide" Target="slides/slide1400.xml"/><Relationship Id="rId1408" Type="http://schemas.openxmlformats.org/officeDocument/2006/relationships/slide" Target="slides/slide1401.xml"/><Relationship Id="rId1409" Type="http://schemas.openxmlformats.org/officeDocument/2006/relationships/slide" Target="slides/slide1402.xml"/><Relationship Id="rId1410" Type="http://schemas.openxmlformats.org/officeDocument/2006/relationships/slide" Target="slides/slide1403.xml"/><Relationship Id="rId1411" Type="http://schemas.openxmlformats.org/officeDocument/2006/relationships/slide" Target="slides/slide1404.xml"/><Relationship Id="rId1412" Type="http://schemas.openxmlformats.org/officeDocument/2006/relationships/slide" Target="slides/slide1405.xml"/><Relationship Id="rId1413" Type="http://schemas.openxmlformats.org/officeDocument/2006/relationships/slide" Target="slides/slide1406.xml"/><Relationship Id="rId1414" Type="http://schemas.openxmlformats.org/officeDocument/2006/relationships/slide" Target="slides/slide1407.xml"/><Relationship Id="rId1415" Type="http://schemas.openxmlformats.org/officeDocument/2006/relationships/slide" Target="slides/slide1408.xml"/><Relationship Id="rId1416" Type="http://schemas.openxmlformats.org/officeDocument/2006/relationships/slide" Target="slides/slide1409.xml"/><Relationship Id="rId1417" Type="http://schemas.openxmlformats.org/officeDocument/2006/relationships/slide" Target="slides/slide1410.xml"/><Relationship Id="rId1418" Type="http://schemas.openxmlformats.org/officeDocument/2006/relationships/slide" Target="slides/slide1411.xml"/><Relationship Id="rId1419" Type="http://schemas.openxmlformats.org/officeDocument/2006/relationships/slide" Target="slides/slide1412.xml"/><Relationship Id="rId1420" Type="http://schemas.openxmlformats.org/officeDocument/2006/relationships/slide" Target="slides/slide1413.xml"/><Relationship Id="rId1421" Type="http://schemas.openxmlformats.org/officeDocument/2006/relationships/slide" Target="slides/slide1414.xml"/><Relationship Id="rId1422" Type="http://schemas.openxmlformats.org/officeDocument/2006/relationships/slide" Target="slides/slide1415.xml"/><Relationship Id="rId1423" Type="http://schemas.openxmlformats.org/officeDocument/2006/relationships/slide" Target="slides/slide1416.xml"/><Relationship Id="rId1424" Type="http://schemas.openxmlformats.org/officeDocument/2006/relationships/slide" Target="slides/slide1417.xml"/><Relationship Id="rId1425" Type="http://schemas.openxmlformats.org/officeDocument/2006/relationships/slide" Target="slides/slide1418.xml"/><Relationship Id="rId1426" Type="http://schemas.openxmlformats.org/officeDocument/2006/relationships/slide" Target="slides/slide1419.xml"/><Relationship Id="rId1427" Type="http://schemas.openxmlformats.org/officeDocument/2006/relationships/slide" Target="slides/slide1420.xml"/><Relationship Id="rId1428" Type="http://schemas.openxmlformats.org/officeDocument/2006/relationships/slide" Target="slides/slide1421.xml"/><Relationship Id="rId1429" Type="http://schemas.openxmlformats.org/officeDocument/2006/relationships/slide" Target="slides/slide1422.xml"/><Relationship Id="rId1430" Type="http://schemas.openxmlformats.org/officeDocument/2006/relationships/slide" Target="slides/slide1423.xml"/><Relationship Id="rId1431" Type="http://schemas.openxmlformats.org/officeDocument/2006/relationships/slide" Target="slides/slide1424.xml"/><Relationship Id="rId1432" Type="http://schemas.openxmlformats.org/officeDocument/2006/relationships/slide" Target="slides/slide1425.xml"/><Relationship Id="rId1433" Type="http://schemas.openxmlformats.org/officeDocument/2006/relationships/slide" Target="slides/slide1426.xml"/><Relationship Id="rId1434" Type="http://schemas.openxmlformats.org/officeDocument/2006/relationships/slide" Target="slides/slide1427.xml"/><Relationship Id="rId1435" Type="http://schemas.openxmlformats.org/officeDocument/2006/relationships/slide" Target="slides/slide1428.xml"/><Relationship Id="rId1436" Type="http://schemas.openxmlformats.org/officeDocument/2006/relationships/slide" Target="slides/slide1429.xml"/><Relationship Id="rId1437" Type="http://schemas.openxmlformats.org/officeDocument/2006/relationships/slide" Target="slides/slide1430.xml"/><Relationship Id="rId1438" Type="http://schemas.openxmlformats.org/officeDocument/2006/relationships/slide" Target="slides/slide1431.xml"/><Relationship Id="rId1439" Type="http://schemas.openxmlformats.org/officeDocument/2006/relationships/slide" Target="slides/slide1432.xml"/><Relationship Id="rId1440" Type="http://schemas.openxmlformats.org/officeDocument/2006/relationships/slide" Target="slides/slide1433.xml"/><Relationship Id="rId1441" Type="http://schemas.openxmlformats.org/officeDocument/2006/relationships/slide" Target="slides/slide1434.xml"/><Relationship Id="rId1442" Type="http://schemas.openxmlformats.org/officeDocument/2006/relationships/slide" Target="slides/slide1435.xml"/><Relationship Id="rId1443" Type="http://schemas.openxmlformats.org/officeDocument/2006/relationships/slide" Target="slides/slide1436.xml"/><Relationship Id="rId1444" Type="http://schemas.openxmlformats.org/officeDocument/2006/relationships/slide" Target="slides/slide1437.xml"/><Relationship Id="rId1445" Type="http://schemas.openxmlformats.org/officeDocument/2006/relationships/slide" Target="slides/slide1438.xml"/><Relationship Id="rId1446" Type="http://schemas.openxmlformats.org/officeDocument/2006/relationships/slide" Target="slides/slide1439.xml"/><Relationship Id="rId1447" Type="http://schemas.openxmlformats.org/officeDocument/2006/relationships/slide" Target="slides/slide1440.xml"/><Relationship Id="rId1448" Type="http://schemas.openxmlformats.org/officeDocument/2006/relationships/slide" Target="slides/slide1441.xml"/><Relationship Id="rId1449" Type="http://schemas.openxmlformats.org/officeDocument/2006/relationships/slide" Target="slides/slide1442.xml"/><Relationship Id="rId1450" Type="http://schemas.openxmlformats.org/officeDocument/2006/relationships/slide" Target="slides/slide1443.xml"/><Relationship Id="rId1451" Type="http://schemas.openxmlformats.org/officeDocument/2006/relationships/slide" Target="slides/slide1444.xml"/><Relationship Id="rId1452" Type="http://schemas.openxmlformats.org/officeDocument/2006/relationships/slide" Target="slides/slide1445.xml"/><Relationship Id="rId1453" Type="http://schemas.openxmlformats.org/officeDocument/2006/relationships/slide" Target="slides/slide1446.xml"/><Relationship Id="rId1454" Type="http://schemas.openxmlformats.org/officeDocument/2006/relationships/slide" Target="slides/slide1447.xml"/><Relationship Id="rId1455" Type="http://schemas.openxmlformats.org/officeDocument/2006/relationships/slide" Target="slides/slide1448.xml"/><Relationship Id="rId1456" Type="http://schemas.openxmlformats.org/officeDocument/2006/relationships/slide" Target="slides/slide1449.xml"/><Relationship Id="rId1457" Type="http://schemas.openxmlformats.org/officeDocument/2006/relationships/slide" Target="slides/slide1450.xml"/><Relationship Id="rId1458" Type="http://schemas.openxmlformats.org/officeDocument/2006/relationships/slide" Target="slides/slide1451.xml"/><Relationship Id="rId1459" Type="http://schemas.openxmlformats.org/officeDocument/2006/relationships/slide" Target="slides/slide1452.xml"/><Relationship Id="rId1460" Type="http://schemas.openxmlformats.org/officeDocument/2006/relationships/slide" Target="slides/slide1453.xml"/><Relationship Id="rId1461" Type="http://schemas.openxmlformats.org/officeDocument/2006/relationships/slide" Target="slides/slide1454.xml"/><Relationship Id="rId1462" Type="http://schemas.openxmlformats.org/officeDocument/2006/relationships/slide" Target="slides/slide1455.xml"/><Relationship Id="rId1463" Type="http://schemas.openxmlformats.org/officeDocument/2006/relationships/slide" Target="slides/slide1456.xml"/><Relationship Id="rId1464" Type="http://schemas.openxmlformats.org/officeDocument/2006/relationships/slide" Target="slides/slide1457.xml"/><Relationship Id="rId1465" Type="http://schemas.openxmlformats.org/officeDocument/2006/relationships/slide" Target="slides/slide1458.xml"/><Relationship Id="rId1466" Type="http://schemas.openxmlformats.org/officeDocument/2006/relationships/slide" Target="slides/slide1459.xml"/><Relationship Id="rId1467" Type="http://schemas.openxmlformats.org/officeDocument/2006/relationships/slide" Target="slides/slide1460.xml"/><Relationship Id="rId1468" Type="http://schemas.openxmlformats.org/officeDocument/2006/relationships/slide" Target="slides/slide1461.xml"/><Relationship Id="rId1469" Type="http://schemas.openxmlformats.org/officeDocument/2006/relationships/slide" Target="slides/slide1462.xml"/><Relationship Id="rId1470" Type="http://schemas.openxmlformats.org/officeDocument/2006/relationships/slide" Target="slides/slide1463.xml"/><Relationship Id="rId1471" Type="http://schemas.openxmlformats.org/officeDocument/2006/relationships/slide" Target="slides/slide1464.xml"/><Relationship Id="rId1472" Type="http://schemas.openxmlformats.org/officeDocument/2006/relationships/slide" Target="slides/slide1465.xml"/><Relationship Id="rId1473" Type="http://schemas.openxmlformats.org/officeDocument/2006/relationships/slide" Target="slides/slide1466.xml"/><Relationship Id="rId1474" Type="http://schemas.openxmlformats.org/officeDocument/2006/relationships/slide" Target="slides/slide1467.xml"/><Relationship Id="rId1475" Type="http://schemas.openxmlformats.org/officeDocument/2006/relationships/slide" Target="slides/slide1468.xml"/><Relationship Id="rId1476" Type="http://schemas.openxmlformats.org/officeDocument/2006/relationships/slide" Target="slides/slide1469.xml"/><Relationship Id="rId1477" Type="http://schemas.openxmlformats.org/officeDocument/2006/relationships/slide" Target="slides/slide1470.xml"/><Relationship Id="rId1478" Type="http://schemas.openxmlformats.org/officeDocument/2006/relationships/slide" Target="slides/slide1471.xml"/><Relationship Id="rId1479" Type="http://schemas.openxmlformats.org/officeDocument/2006/relationships/slide" Target="slides/slide1472.xml"/><Relationship Id="rId1480" Type="http://schemas.openxmlformats.org/officeDocument/2006/relationships/slide" Target="slides/slide1473.xml"/><Relationship Id="rId1481" Type="http://schemas.openxmlformats.org/officeDocument/2006/relationships/slide" Target="slides/slide1474.xml"/><Relationship Id="rId1482" Type="http://schemas.openxmlformats.org/officeDocument/2006/relationships/slide" Target="slides/slide1475.xml"/><Relationship Id="rId1483" Type="http://schemas.openxmlformats.org/officeDocument/2006/relationships/slide" Target="slides/slide1476.xml"/><Relationship Id="rId1484" Type="http://schemas.openxmlformats.org/officeDocument/2006/relationships/slide" Target="slides/slide1477.xml"/><Relationship Id="rId1485" Type="http://schemas.openxmlformats.org/officeDocument/2006/relationships/slide" Target="slides/slide1478.xml"/><Relationship Id="rId1486" Type="http://schemas.openxmlformats.org/officeDocument/2006/relationships/slide" Target="slides/slide1479.xml"/><Relationship Id="rId1487" Type="http://schemas.openxmlformats.org/officeDocument/2006/relationships/slide" Target="slides/slide1480.xml"/><Relationship Id="rId1488" Type="http://schemas.openxmlformats.org/officeDocument/2006/relationships/slide" Target="slides/slide1481.xml"/><Relationship Id="rId1489" Type="http://schemas.openxmlformats.org/officeDocument/2006/relationships/slide" Target="slides/slide1482.xml"/><Relationship Id="rId1490" Type="http://schemas.openxmlformats.org/officeDocument/2006/relationships/slide" Target="slides/slide1483.xml"/><Relationship Id="rId1491" Type="http://schemas.openxmlformats.org/officeDocument/2006/relationships/slide" Target="slides/slide1484.xml"/><Relationship Id="rId1492" Type="http://schemas.openxmlformats.org/officeDocument/2006/relationships/slide" Target="slides/slide1485.xml"/><Relationship Id="rId1493" Type="http://schemas.openxmlformats.org/officeDocument/2006/relationships/slide" Target="slides/slide1486.xml"/><Relationship Id="rId1494" Type="http://schemas.openxmlformats.org/officeDocument/2006/relationships/slide" Target="slides/slide1487.xml"/><Relationship Id="rId1495" Type="http://schemas.openxmlformats.org/officeDocument/2006/relationships/slide" Target="slides/slide1488.xml"/><Relationship Id="rId1496" Type="http://schemas.openxmlformats.org/officeDocument/2006/relationships/slide" Target="slides/slide1489.xml"/><Relationship Id="rId1497" Type="http://schemas.openxmlformats.org/officeDocument/2006/relationships/slide" Target="slides/slide1490.xml"/><Relationship Id="rId1498" Type="http://schemas.openxmlformats.org/officeDocument/2006/relationships/slide" Target="slides/slide1491.xml"/><Relationship Id="rId1499" Type="http://schemas.openxmlformats.org/officeDocument/2006/relationships/slide" Target="slides/slide1492.xml"/><Relationship Id="rId1500" Type="http://schemas.openxmlformats.org/officeDocument/2006/relationships/slide" Target="slides/slide1493.xml"/><Relationship Id="rId1501" Type="http://schemas.openxmlformats.org/officeDocument/2006/relationships/slide" Target="slides/slide1494.xml"/><Relationship Id="rId1502" Type="http://schemas.openxmlformats.org/officeDocument/2006/relationships/slide" Target="slides/slide1495.xml"/><Relationship Id="rId1503" Type="http://schemas.openxmlformats.org/officeDocument/2006/relationships/slide" Target="slides/slide1496.xml"/><Relationship Id="rId1504" Type="http://schemas.openxmlformats.org/officeDocument/2006/relationships/slide" Target="slides/slide1497.xml"/><Relationship Id="rId1505" Type="http://schemas.openxmlformats.org/officeDocument/2006/relationships/slide" Target="slides/slide1498.xml"/><Relationship Id="rId1506" Type="http://schemas.openxmlformats.org/officeDocument/2006/relationships/slide" Target="slides/slide1499.xml"/><Relationship Id="rId1507" Type="http://schemas.openxmlformats.org/officeDocument/2006/relationships/slide" Target="slides/slide1500.xml"/><Relationship Id="rId1508" Type="http://schemas.openxmlformats.org/officeDocument/2006/relationships/slide" Target="slides/slide1501.xml"/><Relationship Id="rId1509" Type="http://schemas.openxmlformats.org/officeDocument/2006/relationships/slide" Target="slides/slide1502.xml"/><Relationship Id="rId1510" Type="http://schemas.openxmlformats.org/officeDocument/2006/relationships/slide" Target="slides/slide1503.xml"/><Relationship Id="rId1511" Type="http://schemas.openxmlformats.org/officeDocument/2006/relationships/slide" Target="slides/slide1504.xml"/><Relationship Id="rId1512" Type="http://schemas.openxmlformats.org/officeDocument/2006/relationships/slide" Target="slides/slide1505.xml"/><Relationship Id="rId1513" Type="http://schemas.openxmlformats.org/officeDocument/2006/relationships/slide" Target="slides/slide1506.xml"/><Relationship Id="rId1514" Type="http://schemas.openxmlformats.org/officeDocument/2006/relationships/slide" Target="slides/slide1507.xml"/><Relationship Id="rId1515" Type="http://schemas.openxmlformats.org/officeDocument/2006/relationships/slide" Target="slides/slide1508.xml"/><Relationship Id="rId1516" Type="http://schemas.openxmlformats.org/officeDocument/2006/relationships/slide" Target="slides/slide1509.xml"/><Relationship Id="rId1517" Type="http://schemas.openxmlformats.org/officeDocument/2006/relationships/slide" Target="slides/slide1510.xml"/><Relationship Id="rId1518" Type="http://schemas.openxmlformats.org/officeDocument/2006/relationships/slide" Target="slides/slide1511.xml"/><Relationship Id="rId1519" Type="http://schemas.openxmlformats.org/officeDocument/2006/relationships/slide" Target="slides/slide1512.xml"/><Relationship Id="rId1520" Type="http://schemas.openxmlformats.org/officeDocument/2006/relationships/slide" Target="slides/slide1513.xml"/><Relationship Id="rId1521" Type="http://schemas.openxmlformats.org/officeDocument/2006/relationships/slide" Target="slides/slide1514.xml"/><Relationship Id="rId1522" Type="http://schemas.openxmlformats.org/officeDocument/2006/relationships/slide" Target="slides/slide1515.xml"/><Relationship Id="rId1523" Type="http://schemas.openxmlformats.org/officeDocument/2006/relationships/slide" Target="slides/slide1516.xml"/><Relationship Id="rId1524" Type="http://schemas.openxmlformats.org/officeDocument/2006/relationships/slide" Target="slides/slide1517.xml"/><Relationship Id="rId1525" Type="http://schemas.openxmlformats.org/officeDocument/2006/relationships/slide" Target="slides/slide1518.xml"/><Relationship Id="rId1526" Type="http://schemas.openxmlformats.org/officeDocument/2006/relationships/slide" Target="slides/slide1519.xml"/><Relationship Id="rId1527" Type="http://schemas.openxmlformats.org/officeDocument/2006/relationships/slide" Target="slides/slide1520.xml"/><Relationship Id="rId1528" Type="http://schemas.openxmlformats.org/officeDocument/2006/relationships/slide" Target="slides/slide1521.xml"/><Relationship Id="rId1529" Type="http://schemas.openxmlformats.org/officeDocument/2006/relationships/slide" Target="slides/slide1522.xml"/><Relationship Id="rId1530" Type="http://schemas.openxmlformats.org/officeDocument/2006/relationships/slide" Target="slides/slide1523.xml"/><Relationship Id="rId1531" Type="http://schemas.openxmlformats.org/officeDocument/2006/relationships/slide" Target="slides/slide1524.xml"/><Relationship Id="rId1532" Type="http://schemas.openxmlformats.org/officeDocument/2006/relationships/slide" Target="slides/slide1525.xml"/><Relationship Id="rId1533" Type="http://schemas.openxmlformats.org/officeDocument/2006/relationships/slide" Target="slides/slide1526.xml"/><Relationship Id="rId1534" Type="http://schemas.openxmlformats.org/officeDocument/2006/relationships/slide" Target="slides/slide1527.xml"/><Relationship Id="rId1535" Type="http://schemas.openxmlformats.org/officeDocument/2006/relationships/slide" Target="slides/slide1528.xml"/><Relationship Id="rId1536" Type="http://schemas.openxmlformats.org/officeDocument/2006/relationships/slide" Target="slides/slide1529.xml"/><Relationship Id="rId1537" Type="http://schemas.openxmlformats.org/officeDocument/2006/relationships/slide" Target="slides/slide1530.xml"/><Relationship Id="rId1538" Type="http://schemas.openxmlformats.org/officeDocument/2006/relationships/slide" Target="slides/slide1531.xml"/><Relationship Id="rId1539" Type="http://schemas.openxmlformats.org/officeDocument/2006/relationships/slide" Target="slides/slide1532.xml"/><Relationship Id="rId1540" Type="http://schemas.openxmlformats.org/officeDocument/2006/relationships/slide" Target="slides/slide1533.xml"/><Relationship Id="rId1541" Type="http://schemas.openxmlformats.org/officeDocument/2006/relationships/slide" Target="slides/slide1534.xml"/><Relationship Id="rId1542" Type="http://schemas.openxmlformats.org/officeDocument/2006/relationships/slide" Target="slides/slide1535.xml"/><Relationship Id="rId1543" Type="http://schemas.openxmlformats.org/officeDocument/2006/relationships/slide" Target="slides/slide1536.xml"/><Relationship Id="rId1544" Type="http://schemas.openxmlformats.org/officeDocument/2006/relationships/slide" Target="slides/slide1537.xml"/><Relationship Id="rId1545" Type="http://schemas.openxmlformats.org/officeDocument/2006/relationships/slide" Target="slides/slide1538.xml"/><Relationship Id="rId1546" Type="http://schemas.openxmlformats.org/officeDocument/2006/relationships/slide" Target="slides/slide1539.xml"/><Relationship Id="rId1547" Type="http://schemas.openxmlformats.org/officeDocument/2006/relationships/slide" Target="slides/slide1540.xml"/><Relationship Id="rId1548" Type="http://schemas.openxmlformats.org/officeDocument/2006/relationships/slide" Target="slides/slide1541.xml"/><Relationship Id="rId1549" Type="http://schemas.openxmlformats.org/officeDocument/2006/relationships/slide" Target="slides/slide1542.xml"/><Relationship Id="rId1550" Type="http://schemas.openxmlformats.org/officeDocument/2006/relationships/slide" Target="slides/slide1543.xml"/><Relationship Id="rId1551" Type="http://schemas.openxmlformats.org/officeDocument/2006/relationships/slide" Target="slides/slide1544.xml"/><Relationship Id="rId1552" Type="http://schemas.openxmlformats.org/officeDocument/2006/relationships/slide" Target="slides/slide1545.xml"/><Relationship Id="rId1553" Type="http://schemas.openxmlformats.org/officeDocument/2006/relationships/slide" Target="slides/slide1546.xml"/><Relationship Id="rId1554" Type="http://schemas.openxmlformats.org/officeDocument/2006/relationships/slide" Target="slides/slide1547.xml"/><Relationship Id="rId1555" Type="http://schemas.openxmlformats.org/officeDocument/2006/relationships/slide" Target="slides/slide1548.xml"/><Relationship Id="rId1556" Type="http://schemas.openxmlformats.org/officeDocument/2006/relationships/slide" Target="slides/slide1549.xml"/><Relationship Id="rId1557" Type="http://schemas.openxmlformats.org/officeDocument/2006/relationships/slide" Target="slides/slide1550.xml"/><Relationship Id="rId1558" Type="http://schemas.openxmlformats.org/officeDocument/2006/relationships/slide" Target="slides/slide1551.xml"/><Relationship Id="rId1559" Type="http://schemas.openxmlformats.org/officeDocument/2006/relationships/slide" Target="slides/slide1552.xml"/><Relationship Id="rId1560" Type="http://schemas.openxmlformats.org/officeDocument/2006/relationships/slide" Target="slides/slide1553.xml"/><Relationship Id="rId1561" Type="http://schemas.openxmlformats.org/officeDocument/2006/relationships/slide" Target="slides/slide1554.xml"/><Relationship Id="rId1562" Type="http://schemas.openxmlformats.org/officeDocument/2006/relationships/slide" Target="slides/slide1555.xml"/><Relationship Id="rId1563" Type="http://schemas.openxmlformats.org/officeDocument/2006/relationships/slide" Target="slides/slide1556.xml"/><Relationship Id="rId1564" Type="http://schemas.openxmlformats.org/officeDocument/2006/relationships/slide" Target="slides/slide1557.xml"/><Relationship Id="rId1565" Type="http://schemas.openxmlformats.org/officeDocument/2006/relationships/slide" Target="slides/slide1558.xml"/><Relationship Id="rId1566" Type="http://schemas.openxmlformats.org/officeDocument/2006/relationships/slide" Target="slides/slide1559.xml"/><Relationship Id="rId1567" Type="http://schemas.openxmlformats.org/officeDocument/2006/relationships/slide" Target="slides/slide1560.xml"/><Relationship Id="rId1568" Type="http://schemas.openxmlformats.org/officeDocument/2006/relationships/slide" Target="slides/slide1561.xml"/><Relationship Id="rId1569" Type="http://schemas.openxmlformats.org/officeDocument/2006/relationships/slide" Target="slides/slide1562.xml"/><Relationship Id="rId1570" Type="http://schemas.openxmlformats.org/officeDocument/2006/relationships/slide" Target="slides/slide1563.xml"/><Relationship Id="rId1571" Type="http://schemas.openxmlformats.org/officeDocument/2006/relationships/slide" Target="slides/slide1564.xml"/><Relationship Id="rId1572" Type="http://schemas.openxmlformats.org/officeDocument/2006/relationships/slide" Target="slides/slide1565.xml"/><Relationship Id="rId1573" Type="http://schemas.openxmlformats.org/officeDocument/2006/relationships/slide" Target="slides/slide1566.xml"/><Relationship Id="rId1574" Type="http://schemas.openxmlformats.org/officeDocument/2006/relationships/slide" Target="slides/slide1567.xml"/><Relationship Id="rId1575" Type="http://schemas.openxmlformats.org/officeDocument/2006/relationships/slide" Target="slides/slide1568.xml"/><Relationship Id="rId1576" Type="http://schemas.openxmlformats.org/officeDocument/2006/relationships/slide" Target="slides/slide1569.xml"/><Relationship Id="rId1577" Type="http://schemas.openxmlformats.org/officeDocument/2006/relationships/slide" Target="slides/slide1570.xml"/><Relationship Id="rId1578" Type="http://schemas.openxmlformats.org/officeDocument/2006/relationships/slide" Target="slides/slide1571.xml"/><Relationship Id="rId1579" Type="http://schemas.openxmlformats.org/officeDocument/2006/relationships/slide" Target="slides/slide1572.xml"/><Relationship Id="rId1580" Type="http://schemas.openxmlformats.org/officeDocument/2006/relationships/slide" Target="slides/slide1573.xml"/><Relationship Id="rId1581" Type="http://schemas.openxmlformats.org/officeDocument/2006/relationships/slide" Target="slides/slide1574.xml"/><Relationship Id="rId1582" Type="http://schemas.openxmlformats.org/officeDocument/2006/relationships/slide" Target="slides/slide1575.xml"/><Relationship Id="rId1583" Type="http://schemas.openxmlformats.org/officeDocument/2006/relationships/slide" Target="slides/slide1576.xml"/><Relationship Id="rId1584" Type="http://schemas.openxmlformats.org/officeDocument/2006/relationships/slide" Target="slides/slide1577.xml"/><Relationship Id="rId1585" Type="http://schemas.openxmlformats.org/officeDocument/2006/relationships/slide" Target="slides/slide1578.xml"/><Relationship Id="rId1586" Type="http://schemas.openxmlformats.org/officeDocument/2006/relationships/slide" Target="slides/slide1579.xml"/><Relationship Id="rId1587" Type="http://schemas.openxmlformats.org/officeDocument/2006/relationships/slide" Target="slides/slide1580.xml"/><Relationship Id="rId1588" Type="http://schemas.openxmlformats.org/officeDocument/2006/relationships/slide" Target="slides/slide1581.xml"/><Relationship Id="rId1589" Type="http://schemas.openxmlformats.org/officeDocument/2006/relationships/slide" Target="slides/slide1582.xml"/><Relationship Id="rId1590" Type="http://schemas.openxmlformats.org/officeDocument/2006/relationships/slide" Target="slides/slide1583.xml"/><Relationship Id="rId1591" Type="http://schemas.openxmlformats.org/officeDocument/2006/relationships/slide" Target="slides/slide1584.xml"/><Relationship Id="rId1592" Type="http://schemas.openxmlformats.org/officeDocument/2006/relationships/slide" Target="slides/slide1585.xml"/><Relationship Id="rId1593" Type="http://schemas.openxmlformats.org/officeDocument/2006/relationships/slide" Target="slides/slide1586.xml"/><Relationship Id="rId1594" Type="http://schemas.openxmlformats.org/officeDocument/2006/relationships/slide" Target="slides/slide1587.xml"/><Relationship Id="rId1595" Type="http://schemas.openxmlformats.org/officeDocument/2006/relationships/slide" Target="slides/slide1588.xml"/><Relationship Id="rId1596" Type="http://schemas.openxmlformats.org/officeDocument/2006/relationships/slide" Target="slides/slide1589.xml"/><Relationship Id="rId1597" Type="http://schemas.openxmlformats.org/officeDocument/2006/relationships/slide" Target="slides/slide1590.xml"/><Relationship Id="rId1598" Type="http://schemas.openxmlformats.org/officeDocument/2006/relationships/slide" Target="slides/slide1591.xml"/><Relationship Id="rId1599" Type="http://schemas.openxmlformats.org/officeDocument/2006/relationships/slide" Target="slides/slide1592.xml"/><Relationship Id="rId1600" Type="http://schemas.openxmlformats.org/officeDocument/2006/relationships/slide" Target="slides/slide1593.xml"/><Relationship Id="rId1601" Type="http://schemas.openxmlformats.org/officeDocument/2006/relationships/slide" Target="slides/slide1594.xml"/><Relationship Id="rId1602" Type="http://schemas.openxmlformats.org/officeDocument/2006/relationships/slide" Target="slides/slide1595.xml"/><Relationship Id="rId1603" Type="http://schemas.openxmlformats.org/officeDocument/2006/relationships/slide" Target="slides/slide1596.xml"/><Relationship Id="rId1604" Type="http://schemas.openxmlformats.org/officeDocument/2006/relationships/slide" Target="slides/slide1597.xml"/><Relationship Id="rId1605" Type="http://schemas.openxmlformats.org/officeDocument/2006/relationships/slide" Target="slides/slide1598.xml"/><Relationship Id="rId1606" Type="http://schemas.openxmlformats.org/officeDocument/2006/relationships/slide" Target="slides/slide1599.xml"/><Relationship Id="rId1607" Type="http://schemas.openxmlformats.org/officeDocument/2006/relationships/slide" Target="slides/slide1600.xml"/><Relationship Id="rId1608" Type="http://schemas.openxmlformats.org/officeDocument/2006/relationships/slide" Target="slides/slide1601.xml"/><Relationship Id="rId1609" Type="http://schemas.openxmlformats.org/officeDocument/2006/relationships/slide" Target="slides/slide1602.xml"/><Relationship Id="rId1610" Type="http://schemas.openxmlformats.org/officeDocument/2006/relationships/slide" Target="slides/slide1603.xml"/><Relationship Id="rId1611" Type="http://schemas.openxmlformats.org/officeDocument/2006/relationships/slide" Target="slides/slide1604.xml"/><Relationship Id="rId1612" Type="http://schemas.openxmlformats.org/officeDocument/2006/relationships/slide" Target="slides/slide1605.xml"/><Relationship Id="rId1613" Type="http://schemas.openxmlformats.org/officeDocument/2006/relationships/slide" Target="slides/slide1606.xml"/><Relationship Id="rId1614" Type="http://schemas.openxmlformats.org/officeDocument/2006/relationships/slide" Target="slides/slide1607.xml"/><Relationship Id="rId1615" Type="http://schemas.openxmlformats.org/officeDocument/2006/relationships/slide" Target="slides/slide1608.xml"/><Relationship Id="rId1616" Type="http://schemas.openxmlformats.org/officeDocument/2006/relationships/slide" Target="slides/slide1609.xml"/><Relationship Id="rId1617" Type="http://schemas.openxmlformats.org/officeDocument/2006/relationships/slide" Target="slides/slide1610.xml"/><Relationship Id="rId1618" Type="http://schemas.openxmlformats.org/officeDocument/2006/relationships/slide" Target="slides/slide1611.xml"/><Relationship Id="rId1619" Type="http://schemas.openxmlformats.org/officeDocument/2006/relationships/slide" Target="slides/slide1612.xml"/><Relationship Id="rId1620" Type="http://schemas.openxmlformats.org/officeDocument/2006/relationships/slide" Target="slides/slide1613.xml"/><Relationship Id="rId1621" Type="http://schemas.openxmlformats.org/officeDocument/2006/relationships/slide" Target="slides/slide1614.xml"/><Relationship Id="rId1622" Type="http://schemas.openxmlformats.org/officeDocument/2006/relationships/slide" Target="slides/slide1615.xml"/><Relationship Id="rId1623" Type="http://schemas.openxmlformats.org/officeDocument/2006/relationships/slide" Target="slides/slide1616.xml"/><Relationship Id="rId1624" Type="http://schemas.openxmlformats.org/officeDocument/2006/relationships/slide" Target="slides/slide1617.xml"/><Relationship Id="rId1625" Type="http://schemas.openxmlformats.org/officeDocument/2006/relationships/slide" Target="slides/slide1618.xml"/><Relationship Id="rId1626" Type="http://schemas.openxmlformats.org/officeDocument/2006/relationships/slide" Target="slides/slide1619.xml"/><Relationship Id="rId1627" Type="http://schemas.openxmlformats.org/officeDocument/2006/relationships/slide" Target="slides/slide1620.xml"/><Relationship Id="rId1628" Type="http://schemas.openxmlformats.org/officeDocument/2006/relationships/slide" Target="slides/slide1621.xml"/><Relationship Id="rId1629" Type="http://schemas.openxmlformats.org/officeDocument/2006/relationships/slide" Target="slides/slide1622.xml"/><Relationship Id="rId1630" Type="http://schemas.openxmlformats.org/officeDocument/2006/relationships/slide" Target="slides/slide1623.xml"/><Relationship Id="rId1631" Type="http://schemas.openxmlformats.org/officeDocument/2006/relationships/slide" Target="slides/slide1624.xml"/><Relationship Id="rId1632" Type="http://schemas.openxmlformats.org/officeDocument/2006/relationships/slide" Target="slides/slide1625.xml"/><Relationship Id="rId1633" Type="http://schemas.openxmlformats.org/officeDocument/2006/relationships/slide" Target="slides/slide1626.xml"/><Relationship Id="rId1634" Type="http://schemas.openxmlformats.org/officeDocument/2006/relationships/slide" Target="slides/slide1627.xml"/><Relationship Id="rId1635" Type="http://schemas.openxmlformats.org/officeDocument/2006/relationships/slide" Target="slides/slide1628.xml"/><Relationship Id="rId1636" Type="http://schemas.openxmlformats.org/officeDocument/2006/relationships/slide" Target="slides/slide1629.xml"/><Relationship Id="rId1637" Type="http://schemas.openxmlformats.org/officeDocument/2006/relationships/slide" Target="slides/slide1630.xml"/><Relationship Id="rId1638" Type="http://schemas.openxmlformats.org/officeDocument/2006/relationships/slide" Target="slides/slide1631.xml"/><Relationship Id="rId1639" Type="http://schemas.openxmlformats.org/officeDocument/2006/relationships/slide" Target="slides/slide1632.xml"/><Relationship Id="rId1640" Type="http://schemas.openxmlformats.org/officeDocument/2006/relationships/slide" Target="slides/slide1633.xml"/><Relationship Id="rId1641" Type="http://schemas.openxmlformats.org/officeDocument/2006/relationships/slide" Target="slides/slide1634.xml"/><Relationship Id="rId1642" Type="http://schemas.openxmlformats.org/officeDocument/2006/relationships/slide" Target="slides/slide1635.xml"/><Relationship Id="rId1643" Type="http://schemas.openxmlformats.org/officeDocument/2006/relationships/slide" Target="slides/slide1636.xml"/><Relationship Id="rId1644" Type="http://schemas.openxmlformats.org/officeDocument/2006/relationships/slide" Target="slides/slide1637.xml"/><Relationship Id="rId1645" Type="http://schemas.openxmlformats.org/officeDocument/2006/relationships/slide" Target="slides/slide1638.xml"/><Relationship Id="rId1646" Type="http://schemas.openxmlformats.org/officeDocument/2006/relationships/slide" Target="slides/slide1639.xml"/><Relationship Id="rId1647" Type="http://schemas.openxmlformats.org/officeDocument/2006/relationships/slide" Target="slides/slide1640.xml"/><Relationship Id="rId1648" Type="http://schemas.openxmlformats.org/officeDocument/2006/relationships/slide" Target="slides/slide1641.xml"/><Relationship Id="rId1649" Type="http://schemas.openxmlformats.org/officeDocument/2006/relationships/slide" Target="slides/slide1642.xml"/><Relationship Id="rId1650" Type="http://schemas.openxmlformats.org/officeDocument/2006/relationships/slide" Target="slides/slide1643.xml"/><Relationship Id="rId1651" Type="http://schemas.openxmlformats.org/officeDocument/2006/relationships/slide" Target="slides/slide1644.xml"/><Relationship Id="rId1652" Type="http://schemas.openxmlformats.org/officeDocument/2006/relationships/slide" Target="slides/slide1645.xml"/><Relationship Id="rId1653" Type="http://schemas.openxmlformats.org/officeDocument/2006/relationships/slide" Target="slides/slide1646.xml"/><Relationship Id="rId1654" Type="http://schemas.openxmlformats.org/officeDocument/2006/relationships/slide" Target="slides/slide1647.xml"/><Relationship Id="rId1655" Type="http://schemas.openxmlformats.org/officeDocument/2006/relationships/slide" Target="slides/slide1648.xml"/><Relationship Id="rId1656" Type="http://schemas.openxmlformats.org/officeDocument/2006/relationships/slide" Target="slides/slide1649.xml"/><Relationship Id="rId1657" Type="http://schemas.openxmlformats.org/officeDocument/2006/relationships/slide" Target="slides/slide1650.xml"/><Relationship Id="rId1658" Type="http://schemas.openxmlformats.org/officeDocument/2006/relationships/slide" Target="slides/slide1651.xml"/><Relationship Id="rId1659" Type="http://schemas.openxmlformats.org/officeDocument/2006/relationships/slide" Target="slides/slide1652.xml"/><Relationship Id="rId1660" Type="http://schemas.openxmlformats.org/officeDocument/2006/relationships/slide" Target="slides/slide1653.xml"/><Relationship Id="rId1661" Type="http://schemas.openxmlformats.org/officeDocument/2006/relationships/slide" Target="slides/slide1654.xml"/><Relationship Id="rId1662" Type="http://schemas.openxmlformats.org/officeDocument/2006/relationships/slide" Target="slides/slide1655.xml"/><Relationship Id="rId1663" Type="http://schemas.openxmlformats.org/officeDocument/2006/relationships/slide" Target="slides/slide1656.xml"/><Relationship Id="rId1664" Type="http://schemas.openxmlformats.org/officeDocument/2006/relationships/slide" Target="slides/slide1657.xml"/><Relationship Id="rId1665" Type="http://schemas.openxmlformats.org/officeDocument/2006/relationships/slide" Target="slides/slide1658.xml"/><Relationship Id="rId1666" Type="http://schemas.openxmlformats.org/officeDocument/2006/relationships/slide" Target="slides/slide1659.xml"/><Relationship Id="rId1667" Type="http://schemas.openxmlformats.org/officeDocument/2006/relationships/slide" Target="slides/slide1660.xml"/><Relationship Id="rId1668" Type="http://schemas.openxmlformats.org/officeDocument/2006/relationships/slide" Target="slides/slide1661.xml"/><Relationship Id="rId1669" Type="http://schemas.openxmlformats.org/officeDocument/2006/relationships/slide" Target="slides/slide1662.xml"/><Relationship Id="rId1670" Type="http://schemas.openxmlformats.org/officeDocument/2006/relationships/slide" Target="slides/slide1663.xml"/><Relationship Id="rId1671" Type="http://schemas.openxmlformats.org/officeDocument/2006/relationships/slide" Target="slides/slide1664.xml"/><Relationship Id="rId1672" Type="http://schemas.openxmlformats.org/officeDocument/2006/relationships/slide" Target="slides/slide1665.xml"/><Relationship Id="rId1673" Type="http://schemas.openxmlformats.org/officeDocument/2006/relationships/slide" Target="slides/slide1666.xml"/><Relationship Id="rId1674" Type="http://schemas.openxmlformats.org/officeDocument/2006/relationships/slide" Target="slides/slide1667.xml"/><Relationship Id="rId1675" Type="http://schemas.openxmlformats.org/officeDocument/2006/relationships/slide" Target="slides/slide1668.xml"/><Relationship Id="rId1676" Type="http://schemas.openxmlformats.org/officeDocument/2006/relationships/slide" Target="slides/slide1669.xml"/><Relationship Id="rId1677" Type="http://schemas.openxmlformats.org/officeDocument/2006/relationships/slide" Target="slides/slide1670.xml"/><Relationship Id="rId1678" Type="http://schemas.openxmlformats.org/officeDocument/2006/relationships/slide" Target="slides/slide1671.xml"/><Relationship Id="rId1679" Type="http://schemas.openxmlformats.org/officeDocument/2006/relationships/slide" Target="slides/slide1672.xml"/><Relationship Id="rId1680" Type="http://schemas.openxmlformats.org/officeDocument/2006/relationships/slide" Target="slides/slide1673.xml"/><Relationship Id="rId1681" Type="http://schemas.openxmlformats.org/officeDocument/2006/relationships/slide" Target="slides/slide1674.xml"/><Relationship Id="rId1682" Type="http://schemas.openxmlformats.org/officeDocument/2006/relationships/slide" Target="slides/slide1675.xml"/><Relationship Id="rId1683" Type="http://schemas.openxmlformats.org/officeDocument/2006/relationships/slide" Target="slides/slide1676.xml"/><Relationship Id="rId1684" Type="http://schemas.openxmlformats.org/officeDocument/2006/relationships/slide" Target="slides/slide1677.xml"/><Relationship Id="rId1685" Type="http://schemas.openxmlformats.org/officeDocument/2006/relationships/slide" Target="slides/slide1678.xml"/><Relationship Id="rId1686" Type="http://schemas.openxmlformats.org/officeDocument/2006/relationships/slide" Target="slides/slide1679.xml"/><Relationship Id="rId1687" Type="http://schemas.openxmlformats.org/officeDocument/2006/relationships/slide" Target="slides/slide1680.xml"/><Relationship Id="rId1688" Type="http://schemas.openxmlformats.org/officeDocument/2006/relationships/slide" Target="slides/slide1681.xml"/><Relationship Id="rId1689" Type="http://schemas.openxmlformats.org/officeDocument/2006/relationships/slide" Target="slides/slide1682.xml"/><Relationship Id="rId1690" Type="http://schemas.openxmlformats.org/officeDocument/2006/relationships/slide" Target="slides/slide1683.xml"/><Relationship Id="rId1691" Type="http://schemas.openxmlformats.org/officeDocument/2006/relationships/slide" Target="slides/slide1684.xml"/><Relationship Id="rId1692" Type="http://schemas.openxmlformats.org/officeDocument/2006/relationships/slide" Target="slides/slide1685.xml"/><Relationship Id="rId1693" Type="http://schemas.openxmlformats.org/officeDocument/2006/relationships/slide" Target="slides/slide1686.xml"/><Relationship Id="rId1694" Type="http://schemas.openxmlformats.org/officeDocument/2006/relationships/slide" Target="slides/slide1687.xml"/><Relationship Id="rId1695" Type="http://schemas.openxmlformats.org/officeDocument/2006/relationships/slide" Target="slides/slide1688.xml"/><Relationship Id="rId1696" Type="http://schemas.openxmlformats.org/officeDocument/2006/relationships/slide" Target="slides/slide1689.xml"/><Relationship Id="rId1697" Type="http://schemas.openxmlformats.org/officeDocument/2006/relationships/slide" Target="slides/slide1690.xml"/><Relationship Id="rId1698" Type="http://schemas.openxmlformats.org/officeDocument/2006/relationships/slide" Target="slides/slide1691.xml"/><Relationship Id="rId1699" Type="http://schemas.openxmlformats.org/officeDocument/2006/relationships/slide" Target="slides/slide1692.xml"/><Relationship Id="rId1700" Type="http://schemas.openxmlformats.org/officeDocument/2006/relationships/slide" Target="slides/slide1693.xml"/><Relationship Id="rId1701" Type="http://schemas.openxmlformats.org/officeDocument/2006/relationships/slide" Target="slides/slide1694.xml"/><Relationship Id="rId1702" Type="http://schemas.openxmlformats.org/officeDocument/2006/relationships/slide" Target="slides/slide1695.xml"/><Relationship Id="rId1703" Type="http://schemas.openxmlformats.org/officeDocument/2006/relationships/slide" Target="slides/slide1696.xml"/><Relationship Id="rId1704" Type="http://schemas.openxmlformats.org/officeDocument/2006/relationships/slide" Target="slides/slide1697.xml"/><Relationship Id="rId1705" Type="http://schemas.openxmlformats.org/officeDocument/2006/relationships/slide" Target="slides/slide1698.xml"/><Relationship Id="rId1706" Type="http://schemas.openxmlformats.org/officeDocument/2006/relationships/slide" Target="slides/slide1699.xml"/><Relationship Id="rId1707" Type="http://schemas.openxmlformats.org/officeDocument/2006/relationships/slide" Target="slides/slide1700.xml"/><Relationship Id="rId1708" Type="http://schemas.openxmlformats.org/officeDocument/2006/relationships/slide" Target="slides/slide1701.xml"/><Relationship Id="rId1709" Type="http://schemas.openxmlformats.org/officeDocument/2006/relationships/slide" Target="slides/slide1702.xml"/><Relationship Id="rId1710" Type="http://schemas.openxmlformats.org/officeDocument/2006/relationships/slide" Target="slides/slide1703.xml"/><Relationship Id="rId1711" Type="http://schemas.openxmlformats.org/officeDocument/2006/relationships/slide" Target="slides/slide1704.xml"/><Relationship Id="rId1712" Type="http://schemas.openxmlformats.org/officeDocument/2006/relationships/slide" Target="slides/slide1705.xml"/><Relationship Id="rId1713" Type="http://schemas.openxmlformats.org/officeDocument/2006/relationships/slide" Target="slides/slide1706.xml"/><Relationship Id="rId1714" Type="http://schemas.openxmlformats.org/officeDocument/2006/relationships/slide" Target="slides/slide1707.xml"/><Relationship Id="rId1715" Type="http://schemas.openxmlformats.org/officeDocument/2006/relationships/slide" Target="slides/slide1708.xml"/><Relationship Id="rId1716" Type="http://schemas.openxmlformats.org/officeDocument/2006/relationships/slide" Target="slides/slide1709.xml"/><Relationship Id="rId1717" Type="http://schemas.openxmlformats.org/officeDocument/2006/relationships/slide" Target="slides/slide1710.xml"/><Relationship Id="rId1718" Type="http://schemas.openxmlformats.org/officeDocument/2006/relationships/slide" Target="slides/slide1711.xml"/><Relationship Id="rId1719" Type="http://schemas.openxmlformats.org/officeDocument/2006/relationships/slide" Target="slides/slide1712.xml"/><Relationship Id="rId1720" Type="http://schemas.openxmlformats.org/officeDocument/2006/relationships/slide" Target="slides/slide1713.xml"/><Relationship Id="rId1721" Type="http://schemas.openxmlformats.org/officeDocument/2006/relationships/slide" Target="slides/slide1714.xml"/><Relationship Id="rId1722" Type="http://schemas.openxmlformats.org/officeDocument/2006/relationships/slide" Target="slides/slide1715.xml"/><Relationship Id="rId1723" Type="http://schemas.openxmlformats.org/officeDocument/2006/relationships/slide" Target="slides/slide1716.xml"/><Relationship Id="rId1724" Type="http://schemas.openxmlformats.org/officeDocument/2006/relationships/slide" Target="slides/slide1717.xml"/><Relationship Id="rId1725" Type="http://schemas.openxmlformats.org/officeDocument/2006/relationships/slide" Target="slides/slide1718.xml"/><Relationship Id="rId1726" Type="http://schemas.openxmlformats.org/officeDocument/2006/relationships/slide" Target="slides/slide1719.xml"/><Relationship Id="rId1727" Type="http://schemas.openxmlformats.org/officeDocument/2006/relationships/slide" Target="slides/slide1720.xml"/><Relationship Id="rId1728" Type="http://schemas.openxmlformats.org/officeDocument/2006/relationships/slide" Target="slides/slide1721.xml"/><Relationship Id="rId1729" Type="http://schemas.openxmlformats.org/officeDocument/2006/relationships/slide" Target="slides/slide1722.xml"/><Relationship Id="rId1730" Type="http://schemas.openxmlformats.org/officeDocument/2006/relationships/slide" Target="slides/slide1723.xml"/><Relationship Id="rId1731" Type="http://schemas.openxmlformats.org/officeDocument/2006/relationships/slide" Target="slides/slide1724.xml"/><Relationship Id="rId1732" Type="http://schemas.openxmlformats.org/officeDocument/2006/relationships/slide" Target="slides/slide1725.xml"/><Relationship Id="rId1733" Type="http://schemas.openxmlformats.org/officeDocument/2006/relationships/slide" Target="slides/slide1726.xml"/><Relationship Id="rId1734" Type="http://schemas.openxmlformats.org/officeDocument/2006/relationships/slide" Target="slides/slide1727.xml"/><Relationship Id="rId1735" Type="http://schemas.openxmlformats.org/officeDocument/2006/relationships/slide" Target="slides/slide1728.xml"/><Relationship Id="rId1736" Type="http://schemas.openxmlformats.org/officeDocument/2006/relationships/slide" Target="slides/slide1729.xml"/><Relationship Id="rId1737" Type="http://schemas.openxmlformats.org/officeDocument/2006/relationships/slide" Target="slides/slide1730.xml"/><Relationship Id="rId1738" Type="http://schemas.openxmlformats.org/officeDocument/2006/relationships/slide" Target="slides/slide1731.xml"/><Relationship Id="rId1739" Type="http://schemas.openxmlformats.org/officeDocument/2006/relationships/slide" Target="slides/slide1732.xml"/><Relationship Id="rId1740" Type="http://schemas.openxmlformats.org/officeDocument/2006/relationships/slide" Target="slides/slide1733.xml"/><Relationship Id="rId1741" Type="http://schemas.openxmlformats.org/officeDocument/2006/relationships/slide" Target="slides/slide1734.xml"/><Relationship Id="rId1742" Type="http://schemas.openxmlformats.org/officeDocument/2006/relationships/slide" Target="slides/slide1735.xml"/><Relationship Id="rId1743" Type="http://schemas.openxmlformats.org/officeDocument/2006/relationships/slide" Target="slides/slide1736.xml"/><Relationship Id="rId1744" Type="http://schemas.openxmlformats.org/officeDocument/2006/relationships/slide" Target="slides/slide1737.xml"/><Relationship Id="rId1745" Type="http://schemas.openxmlformats.org/officeDocument/2006/relationships/slide" Target="slides/slide1738.xml"/><Relationship Id="rId1746" Type="http://schemas.openxmlformats.org/officeDocument/2006/relationships/slide" Target="slides/slide1739.xml"/><Relationship Id="rId1747" Type="http://schemas.openxmlformats.org/officeDocument/2006/relationships/slide" Target="slides/slide1740.xml"/><Relationship Id="rId1748" Type="http://schemas.openxmlformats.org/officeDocument/2006/relationships/slide" Target="slides/slide1741.xml"/><Relationship Id="rId1749" Type="http://schemas.openxmlformats.org/officeDocument/2006/relationships/slide" Target="slides/slide1742.xml"/><Relationship Id="rId1750" Type="http://schemas.openxmlformats.org/officeDocument/2006/relationships/slide" Target="slides/slide1743.xml"/><Relationship Id="rId1751" Type="http://schemas.openxmlformats.org/officeDocument/2006/relationships/slide" Target="slides/slide1744.xml"/><Relationship Id="rId1752" Type="http://schemas.openxmlformats.org/officeDocument/2006/relationships/slide" Target="slides/slide1745.xml"/><Relationship Id="rId1753" Type="http://schemas.openxmlformats.org/officeDocument/2006/relationships/slide" Target="slides/slide1746.xml"/><Relationship Id="rId1754" Type="http://schemas.openxmlformats.org/officeDocument/2006/relationships/slide" Target="slides/slide1747.xml"/><Relationship Id="rId1755" Type="http://schemas.openxmlformats.org/officeDocument/2006/relationships/slide" Target="slides/slide1748.xml"/><Relationship Id="rId1756" Type="http://schemas.openxmlformats.org/officeDocument/2006/relationships/slide" Target="slides/slide1749.xml"/><Relationship Id="rId1757" Type="http://schemas.openxmlformats.org/officeDocument/2006/relationships/slide" Target="slides/slide1750.xml"/><Relationship Id="rId1758" Type="http://schemas.openxmlformats.org/officeDocument/2006/relationships/slide" Target="slides/slide1751.xml"/><Relationship Id="rId1759" Type="http://schemas.openxmlformats.org/officeDocument/2006/relationships/slide" Target="slides/slide1752.xml"/><Relationship Id="rId1760" Type="http://schemas.openxmlformats.org/officeDocument/2006/relationships/slide" Target="slides/slide1753.xml"/><Relationship Id="rId1761" Type="http://schemas.openxmlformats.org/officeDocument/2006/relationships/slide" Target="slides/slide1754.xml"/><Relationship Id="rId1762" Type="http://schemas.openxmlformats.org/officeDocument/2006/relationships/slide" Target="slides/slide1755.xml"/><Relationship Id="rId1763" Type="http://schemas.openxmlformats.org/officeDocument/2006/relationships/slide" Target="slides/slide1756.xml"/><Relationship Id="rId1764" Type="http://schemas.openxmlformats.org/officeDocument/2006/relationships/slide" Target="slides/slide1757.xml"/><Relationship Id="rId1765" Type="http://schemas.openxmlformats.org/officeDocument/2006/relationships/slide" Target="slides/slide1758.xml"/><Relationship Id="rId1766" Type="http://schemas.openxmlformats.org/officeDocument/2006/relationships/slide" Target="slides/slide1759.xml"/><Relationship Id="rId1767" Type="http://schemas.openxmlformats.org/officeDocument/2006/relationships/slide" Target="slides/slide1760.xml"/><Relationship Id="rId1768" Type="http://schemas.openxmlformats.org/officeDocument/2006/relationships/slide" Target="slides/slide1761.xml"/><Relationship Id="rId1769" Type="http://schemas.openxmlformats.org/officeDocument/2006/relationships/slide" Target="slides/slide1762.xml"/><Relationship Id="rId1770" Type="http://schemas.openxmlformats.org/officeDocument/2006/relationships/slide" Target="slides/slide1763.xml"/><Relationship Id="rId1771" Type="http://schemas.openxmlformats.org/officeDocument/2006/relationships/slide" Target="slides/slide1764.xml"/><Relationship Id="rId1772" Type="http://schemas.openxmlformats.org/officeDocument/2006/relationships/slide" Target="slides/slide1765.xml"/><Relationship Id="rId1773" Type="http://schemas.openxmlformats.org/officeDocument/2006/relationships/slide" Target="slides/slide1766.xml"/><Relationship Id="rId1774" Type="http://schemas.openxmlformats.org/officeDocument/2006/relationships/slide" Target="slides/slide1767.xml"/><Relationship Id="rId1775" Type="http://schemas.openxmlformats.org/officeDocument/2006/relationships/slide" Target="slides/slide1768.xml"/><Relationship Id="rId1776" Type="http://schemas.openxmlformats.org/officeDocument/2006/relationships/slide" Target="slides/slide1769.xml"/><Relationship Id="rId1777" Type="http://schemas.openxmlformats.org/officeDocument/2006/relationships/slide" Target="slides/slide1770.xml"/><Relationship Id="rId1778" Type="http://schemas.openxmlformats.org/officeDocument/2006/relationships/slide" Target="slides/slide1771.xml"/><Relationship Id="rId1779" Type="http://schemas.openxmlformats.org/officeDocument/2006/relationships/slide" Target="slides/slide1772.xml"/><Relationship Id="rId1780" Type="http://schemas.openxmlformats.org/officeDocument/2006/relationships/slide" Target="slides/slide1773.xml"/><Relationship Id="rId1781" Type="http://schemas.openxmlformats.org/officeDocument/2006/relationships/slide" Target="slides/slide1774.xml"/><Relationship Id="rId1782" Type="http://schemas.openxmlformats.org/officeDocument/2006/relationships/slide" Target="slides/slide1775.xml"/><Relationship Id="rId1783" Type="http://schemas.openxmlformats.org/officeDocument/2006/relationships/slide" Target="slides/slide1776.xml"/><Relationship Id="rId1784" Type="http://schemas.openxmlformats.org/officeDocument/2006/relationships/slide" Target="slides/slide1777.xml"/><Relationship Id="rId1785" Type="http://schemas.openxmlformats.org/officeDocument/2006/relationships/slide" Target="slides/slide1778.xml"/><Relationship Id="rId1786" Type="http://schemas.openxmlformats.org/officeDocument/2006/relationships/slide" Target="slides/slide1779.xml"/><Relationship Id="rId1787" Type="http://schemas.openxmlformats.org/officeDocument/2006/relationships/slide" Target="slides/slide1780.xml"/><Relationship Id="rId1788" Type="http://schemas.openxmlformats.org/officeDocument/2006/relationships/slide" Target="slides/slide1781.xml"/><Relationship Id="rId1789" Type="http://schemas.openxmlformats.org/officeDocument/2006/relationships/slide" Target="slides/slide1782.xml"/><Relationship Id="rId1790" Type="http://schemas.openxmlformats.org/officeDocument/2006/relationships/slide" Target="slides/slide1783.xml"/><Relationship Id="rId1791" Type="http://schemas.openxmlformats.org/officeDocument/2006/relationships/slide" Target="slides/slide1784.xml"/><Relationship Id="rId1792" Type="http://schemas.openxmlformats.org/officeDocument/2006/relationships/slide" Target="slides/slide1785.xml"/><Relationship Id="rId1793" Type="http://schemas.openxmlformats.org/officeDocument/2006/relationships/slide" Target="slides/slide1786.xml"/><Relationship Id="rId1794" Type="http://schemas.openxmlformats.org/officeDocument/2006/relationships/slide" Target="slides/slide1787.xml"/><Relationship Id="rId1795" Type="http://schemas.openxmlformats.org/officeDocument/2006/relationships/slide" Target="slides/slide1788.xml"/><Relationship Id="rId1796" Type="http://schemas.openxmlformats.org/officeDocument/2006/relationships/slide" Target="slides/slide1789.xml"/><Relationship Id="rId1797" Type="http://schemas.openxmlformats.org/officeDocument/2006/relationships/slide" Target="slides/slide1790.xml"/><Relationship Id="rId1798" Type="http://schemas.openxmlformats.org/officeDocument/2006/relationships/slide" Target="slides/slide1791.xml"/><Relationship Id="rId1799" Type="http://schemas.openxmlformats.org/officeDocument/2006/relationships/slide" Target="slides/slide1792.xml"/><Relationship Id="rId1800" Type="http://schemas.openxmlformats.org/officeDocument/2006/relationships/slide" Target="slides/slide1793.xml"/><Relationship Id="rId1801" Type="http://schemas.openxmlformats.org/officeDocument/2006/relationships/slide" Target="slides/slide1794.xml"/><Relationship Id="rId1802" Type="http://schemas.openxmlformats.org/officeDocument/2006/relationships/slide" Target="slides/slide1795.xml"/><Relationship Id="rId1803" Type="http://schemas.openxmlformats.org/officeDocument/2006/relationships/slide" Target="slides/slide1796.xml"/><Relationship Id="rId1804" Type="http://schemas.openxmlformats.org/officeDocument/2006/relationships/slide" Target="slides/slide1797.xml"/><Relationship Id="rId1805" Type="http://schemas.openxmlformats.org/officeDocument/2006/relationships/slide" Target="slides/slide1798.xml"/><Relationship Id="rId1806" Type="http://schemas.openxmlformats.org/officeDocument/2006/relationships/slide" Target="slides/slide1799.xml"/><Relationship Id="rId1807" Type="http://schemas.openxmlformats.org/officeDocument/2006/relationships/slide" Target="slides/slide1800.xml"/><Relationship Id="rId1808" Type="http://schemas.openxmlformats.org/officeDocument/2006/relationships/slide" Target="slides/slide1801.xml"/><Relationship Id="rId1809" Type="http://schemas.openxmlformats.org/officeDocument/2006/relationships/slide" Target="slides/slide1802.xml"/><Relationship Id="rId1810" Type="http://schemas.openxmlformats.org/officeDocument/2006/relationships/slide" Target="slides/slide1803.xml"/><Relationship Id="rId1811" Type="http://schemas.openxmlformats.org/officeDocument/2006/relationships/slide" Target="slides/slide1804.xml"/><Relationship Id="rId1812" Type="http://schemas.openxmlformats.org/officeDocument/2006/relationships/slide" Target="slides/slide1805.xml"/><Relationship Id="rId1813" Type="http://schemas.openxmlformats.org/officeDocument/2006/relationships/slide" Target="slides/slide1806.xml"/><Relationship Id="rId1814" Type="http://schemas.openxmlformats.org/officeDocument/2006/relationships/slide" Target="slides/slide1807.xml"/><Relationship Id="rId1815" Type="http://schemas.openxmlformats.org/officeDocument/2006/relationships/slide" Target="slides/slide1808.xml"/><Relationship Id="rId1816" Type="http://schemas.openxmlformats.org/officeDocument/2006/relationships/slide" Target="slides/slide1809.xml"/><Relationship Id="rId1817" Type="http://schemas.openxmlformats.org/officeDocument/2006/relationships/slide" Target="slides/slide1810.xml"/><Relationship Id="rId1818" Type="http://schemas.openxmlformats.org/officeDocument/2006/relationships/slide" Target="slides/slide1811.xml"/><Relationship Id="rId1819" Type="http://schemas.openxmlformats.org/officeDocument/2006/relationships/slide" Target="slides/slide1812.xml"/><Relationship Id="rId1820" Type="http://schemas.openxmlformats.org/officeDocument/2006/relationships/slide" Target="slides/slide1813.xml"/><Relationship Id="rId1821" Type="http://schemas.openxmlformats.org/officeDocument/2006/relationships/slide" Target="slides/slide1814.xml"/><Relationship Id="rId1822" Type="http://schemas.openxmlformats.org/officeDocument/2006/relationships/slide" Target="slides/slide1815.xml"/><Relationship Id="rId1823" Type="http://schemas.openxmlformats.org/officeDocument/2006/relationships/slide" Target="slides/slide1816.xml"/><Relationship Id="rId1824" Type="http://schemas.openxmlformats.org/officeDocument/2006/relationships/slide" Target="slides/slide1817.xml"/><Relationship Id="rId1825" Type="http://schemas.openxmlformats.org/officeDocument/2006/relationships/slide" Target="slides/slide1818.xml"/><Relationship Id="rId1826" Type="http://schemas.openxmlformats.org/officeDocument/2006/relationships/slide" Target="slides/slide1819.xml"/><Relationship Id="rId1827" Type="http://schemas.openxmlformats.org/officeDocument/2006/relationships/slide" Target="slides/slide1820.xml"/><Relationship Id="rId1828" Type="http://schemas.openxmlformats.org/officeDocument/2006/relationships/slide" Target="slides/slide1821.xml"/><Relationship Id="rId1829" Type="http://schemas.openxmlformats.org/officeDocument/2006/relationships/slide" Target="slides/slide1822.xml"/><Relationship Id="rId1830" Type="http://schemas.openxmlformats.org/officeDocument/2006/relationships/slide" Target="slides/slide1823.xml"/><Relationship Id="rId1831" Type="http://schemas.openxmlformats.org/officeDocument/2006/relationships/slide" Target="slides/slide1824.xml"/><Relationship Id="rId1832" Type="http://schemas.openxmlformats.org/officeDocument/2006/relationships/slide" Target="slides/slide1825.xml"/><Relationship Id="rId1833" Type="http://schemas.openxmlformats.org/officeDocument/2006/relationships/slide" Target="slides/slide1826.xml"/><Relationship Id="rId1834" Type="http://schemas.openxmlformats.org/officeDocument/2006/relationships/slide" Target="slides/slide1827.xml"/><Relationship Id="rId1835" Type="http://schemas.openxmlformats.org/officeDocument/2006/relationships/slide" Target="slides/slide1828.xml"/><Relationship Id="rId1836" Type="http://schemas.openxmlformats.org/officeDocument/2006/relationships/slide" Target="slides/slide1829.xml"/><Relationship Id="rId1837" Type="http://schemas.openxmlformats.org/officeDocument/2006/relationships/slide" Target="slides/slide1830.xml"/><Relationship Id="rId1838" Type="http://schemas.openxmlformats.org/officeDocument/2006/relationships/slide" Target="slides/slide1831.xml"/><Relationship Id="rId1839" Type="http://schemas.openxmlformats.org/officeDocument/2006/relationships/slide" Target="slides/slide1832.xml"/><Relationship Id="rId1840" Type="http://schemas.openxmlformats.org/officeDocument/2006/relationships/slide" Target="slides/slide1833.xml"/><Relationship Id="rId1841" Type="http://schemas.openxmlformats.org/officeDocument/2006/relationships/slide" Target="slides/slide1834.xml"/><Relationship Id="rId1842" Type="http://schemas.openxmlformats.org/officeDocument/2006/relationships/slide" Target="slides/slide18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Kulikov" userId="a6f3640920b4324b" providerId="LiveId" clId="{22986DCE-D897-41B7-A3D7-21683920972C}"/>
    <pc:docChg chg="addSld delSld modSld">
      <pc:chgData name="Mike Kulikov" userId="a6f3640920b4324b" providerId="LiveId" clId="{22986DCE-D897-41B7-A3D7-21683920972C}" dt="2025-09-14T10:56:56.362" v="2" actId="47"/>
      <pc:docMkLst>
        <pc:docMk/>
      </pc:docMkLst>
      <pc:sldChg chg="del">
        <pc:chgData name="Mike Kulikov" userId="a6f3640920b4324b" providerId="LiveId" clId="{22986DCE-D897-41B7-A3D7-21683920972C}" dt="2025-09-14T10:56:56.362" v="2" actId="47"/>
        <pc:sldMkLst>
          <pc:docMk/>
          <pc:sldMk cId="0" sldId="283"/>
        </pc:sldMkLst>
      </pc:sldChg>
      <pc:sldChg chg="del">
        <pc:chgData name="Mike Kulikov" userId="a6f3640920b4324b" providerId="LiveId" clId="{22986DCE-D897-41B7-A3D7-21683920972C}" dt="2025-09-14T10:56:56.362" v="2" actId="47"/>
        <pc:sldMkLst>
          <pc:docMk/>
          <pc:sldMk cId="0" sldId="284"/>
        </pc:sldMkLst>
      </pc:sldChg>
      <pc:sldChg chg="del">
        <pc:chgData name="Mike Kulikov" userId="a6f3640920b4324b" providerId="LiveId" clId="{22986DCE-D897-41B7-A3D7-21683920972C}" dt="2025-09-14T10:56:56.362" v="2" actId="47"/>
        <pc:sldMkLst>
          <pc:docMk/>
          <pc:sldMk cId="0" sldId="285"/>
        </pc:sldMkLst>
      </pc:sldChg>
      <pc:sldChg chg="del">
        <pc:chgData name="Mike Kulikov" userId="a6f3640920b4324b" providerId="LiveId" clId="{22986DCE-D897-41B7-A3D7-21683920972C}" dt="2025-09-14T10:56:56.362" v="2" actId="47"/>
        <pc:sldMkLst>
          <pc:docMk/>
          <pc:sldMk cId="0" sldId="286"/>
        </pc:sldMkLst>
      </pc:sldChg>
      <pc:sldChg chg="del">
        <pc:chgData name="Mike Kulikov" userId="a6f3640920b4324b" providerId="LiveId" clId="{22986DCE-D897-41B7-A3D7-21683920972C}" dt="2025-09-14T10:56:56.362" v="2" actId="47"/>
        <pc:sldMkLst>
          <pc:docMk/>
          <pc:sldMk cId="0" sldId="287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09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3474766248" sldId="309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0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3190654425" sldId="310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1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3416658118" sldId="311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2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4097240195" sldId="312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3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1211774802" sldId="313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4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65092924" sldId="314"/>
        </pc:sldMkLst>
      </pc:sldChg>
      <pc:sldChg chg="del">
        <pc:chgData name="Mike Kulikov" userId="a6f3640920b4324b" providerId="LiveId" clId="{22986DCE-D897-41B7-A3D7-21683920972C}" dt="2025-09-14T10:56:26.037" v="0" actId="2696"/>
        <pc:sldMkLst>
          <pc:docMk/>
          <pc:sldMk cId="0" sldId="315"/>
        </pc:sldMkLst>
      </pc:sldChg>
      <pc:sldChg chg="add">
        <pc:chgData name="Mike Kulikov" userId="a6f3640920b4324b" providerId="LiveId" clId="{22986DCE-D897-41B7-A3D7-21683920972C}" dt="2025-09-14T10:56:43.707" v="1"/>
        <pc:sldMkLst>
          <pc:docMk/>
          <pc:sldMk cId="1531413923" sldId="315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999"/>
                </a:move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 Ordinary Miracle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performance begins in 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First bell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Second bell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Third bell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day, the hour, the moment comes, The time is ripe 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bonds are torn.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Granite boils and ice catches fire,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weightless down can knock you flat.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strange affliction can this be?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weeds burst into bloom, And the owl trills like a nightingale,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even the finest, frailest thread Defies the sharpest blade of steel.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blade of steel.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Absurd. Amusing. Reckless. Mad. Enchanted.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rhyme, no reason, all out of tune, Completely out of place.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step before you from the wings — To play his game, obey his whim,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His command!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grieve and weep, then laugh and gasp And sigh as you look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are the echo of your words, We are the music of your strings.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are your dreams made flesh, Your dearest thoughts,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secret musings!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serve you! We love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wanted to talk to you about love. But I am a wizard.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I gathered a group of people and shuffled their lives,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they live to make you laugh and cry.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she is. There she 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Fifteen years married, and I'm still a schoolboy.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heart is pounding so hard it hurts. Absurd. Amusing. Reckless!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Well, hello, my wife!
— Hello.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Ah, wife!
— Hello!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What's wrong? Has someone hurt you? — You have.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Me? Impossible. You poor thing. You look so sad.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have I done now, wretch that I am?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 don't know?
— I don't.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 really don't?
— I really don't.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Tell me. Don't keep me in suspense.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did you do in the henhouse this morning?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 only did it out of love. — Thank you for loving me so dearly.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open the henhouse, and what do I find?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 one of my chicks has four legs.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 ha ha! What's so upsetting about that?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hen has a moustache like a soldier!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darling. My dear.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Oh? And who promised to mend his ways?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promised to live like everyone else?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now, my darling, forgive me.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can I do? I am a wizard, after all.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wizard! A wizard!!!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wizard. I wish you would do something useful around the house.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They've brought sand to cover the paths. You could turn it into sugar.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Sand? Into sugar?
— Mm-hm.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where's the fun in that? Ha!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turn those stones by the barn into cheese.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not funny.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Everything goes along so nicely, just like ordinary people.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suddenly, bang! Thunder, lightning, miracles, transformations!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Fairy tales. Legends and all that.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 poor thing.
— Off you go, darling.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Where?
— To the henhouse.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for? — Put right everything you did in there.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 can't.
— Please.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can't. You know how things work in this world.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Sometimes you play a prank, then put it right. But other times — snap!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there is no going back.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 even thrashed those chicks with my magic wand. — Mm-hm.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spun them round in a whirlwind!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struck them with lightning seven times! All to no avail.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So what's done cannot be undone.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Well, there's nothing for it.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shave the hen every day, and avert my eyes from the chicks.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let us come to the real question.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Who are you expecting?
— No one!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Look me in the eye.
— I am.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Tell me the truth! What is going to happen?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sort of guests are we expecting today?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People? Or will ghosts drop by to play dice with you?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Tell me, is there a ghost coming?
— No.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No? Pity.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So no one is coming?
— No.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really think a man can hide the truth from his wife?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You'd sooner fool yourself than fool me!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ears are burning! Sparks are flying from your eyes!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What?! Nonsense. Where?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true! Look how they're flashing!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be afraid! Come on, out with it! Well?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right, all right! We are having guests today.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Forgive me. I do try — I've become such a homebody.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my soul longs for something extraordinary! Something magical!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Don't be angry.
— I knew the man I was marrying.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 he is. Hello, son. Welcome.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day. Please, come in. Sit down. What is your name?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Bear!
— What?!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But... that hardly seems an appropriate nickname...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isn't a nickname. I really am a bear.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No... Surely not...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you walk... and talk... You don't look like one at all...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see, Mistress, seven years ago...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Seven years ago, your husband turned me into a man.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 did a splendid job. Your husband is a wonderful wizard.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Thank you.
— A true master of his craft.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you. Thank you, son.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Seven years ago...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Well... why didn't you tell me at once?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forgot. Plain and simple. That's all.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was walking through the forest, you see.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 a cheerful day. The sky was clear.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Birds singing. Then I saw a young bear. Hardly more than a cub.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Broad forehead. Intelligent eyes. We got talking.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took a liking to him. So I broke off a hazel twig,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made it into a magic wand, and presto! The deed was done.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is there to be angry about? I don't understand.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 a cheerful day. The sky was clear.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 quiet. I cannot bear to see animals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tormented for someone's amusement.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What?
— What are you laughing at?!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admiring my handiwork.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man makes a statue from lifeless stone,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spends the rest of his life feeling proud of it.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Try taking something alive and making it more alive still.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that is an achievement!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achievement? It's a prank, for heaven's sake. Nothing more.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Is it hard for you, son?
— Yes.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Being a real human being is very hard.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There. Turn him back into a bear this instant and set him free.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Darling, don't worry. Everything will be fine.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 why he came: to become a bear again.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Really?
— Yes.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I'm glad. Are you going to change him back right here?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Shall I leave?
— Not so fast, Mistress.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will not happen quite so soon.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shall become a bear again only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a princess falls in love with me and kisses me.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When?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the first princess who comes along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falls in love with me and kisses me,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very instant I shall turn into a bear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run home to my native woods.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that's rather... sad. Isn't it?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really! I've displeased you again. Why?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Have you spared a thought for the princess? — Nonsense.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Falling in love is good for you.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poor girl will kiss the young man she loves,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before her very eyes he will turn into a wild beast!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Hm... These things happen, wife.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then he'll run away into the forest!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happens too.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Son, would you abandon a girl who loves you?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The moment she sees I am a bear,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will stop loving me, Mistress.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My boy, what do you know about love? — Oh, son!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and take a walk in the garden. We'll call you later.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have a bad feeling about this. Stop, before it's too late.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 too late. Hear that? Too late. Too late!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They're coming! They're coming!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Who is it?
- Guests, my dear.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Royal guests. Freshen up. Get ready.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arranged it so that one of the kings was suddenly seized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by an irresistible urge to turn off the road and visit us.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he is on his way here, with his retinue, his ministers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Princess!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Won't you be ashamed to look the King in the eye?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in the least. You'll see. He'll barge in, a boor and a brute.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He'll start ordering everyone around, making demands.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But what if...
- Enough. Nothing can be done now.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my dears. Ah! I am the King, my dear friends.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Your Majesty.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some reason I can't explain,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taken a tremendous liking to your estate.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were riding down the road,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felt irresistibly drawn to turn in here.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we stay with you for a few days?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By all means, by all means. - We are always delighted to have guests.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we are very troublesome guests.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to hell with that.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like you, my host. Why are we troublesome? I'll tell you.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I am a terrifying man.
- You are?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Mm-hm. I'm one of those... what do you call it?... A tyrant.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You mean that?
- Absolutely.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a despot!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Treacherous. Vindictive. Capricious.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on top of that, I am treacherous, vindictive,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capricious.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And whose fault is that?
- Whose fault is it?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ancestors! The parasites...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those grandfathers, great-grandfathers, great-aunts,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foremothers -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nightmarish dynasty, every one of them alive inside me!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Utter villains, murderers, and traitors.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their fault I turned out the same!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Sometimes I long to stroke a pigeon on the head,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the instant I gently stretch out my hand,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Great-Aunt Helena's blood wakes up in me -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notorious parasite, sadist, and hyena 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and... I wring the pigeon's neck.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Who is to blame?
- Who?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Great-Aunt Helena is to blame.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Helena's to blame for it all - may someone crown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witch with a log!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the wicked old crone drop dead a hundred times!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Witch. Brigand. Plague. Pestilence. That's my ancestors talking.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drink some royal wine, three hundred years old,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celebrate our meeting.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There'll be time, Your Majesty. Do go on.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Yet deep inside, believe you me, I'm meek and clever, kind as can be.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meek and clever, kind as can be,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walking through a meadow or, say, when I'm asleep.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kittens, puppies - goodness me, I simply cannot tell you how,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simply cannot tell you how - I don't just dote on them, I love them.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then it happens: people come, imploring me,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bow low and make their plea to their own dear king.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at the sight, my uncle boils up inside me -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dreadful Duke of Alba, spawn of hell incarnate -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and... I seize my sabre...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start hacking, I suppose. So who is to blame?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Certainly not you.
- Exactly.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Drink while I'm feeling kind. Drink.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right, all right. But first, we want to hear the rest.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you can guess. Uncle Alby is to blame for it all.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He's worse than all the uncles and aunts -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murderer of guests and poisoner of hostesses.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By the way, they've poured you a dram,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it's high time we drank this treasured wine.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then, here's to meeting you!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Come on, drink!
- Don't drink it.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do you mean, don't drink? What's wrong with you?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Are you trying to insult me? Insult your guest?!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Easy, easy. You're not at home.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 You think you can lecture me?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I have to do is twitch an eye, wiggle a finger, blink - and that's it.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cease to exist.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give a damn whether I'm at home or not!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ministers will handle the paperwork. I'll express my regret!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will lie in the cold, damp earth for ever and ever.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home, not at home... Insolent wretch! Still smiling...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Drink, I said!
- I won't.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Why not?
- The wine is poisoned.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Which wine?
- Poisoned. It is poisoned.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Will you taste it?
- No, I will not.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a pity. You should have poured it back into the bottle.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Poison is useful stuff. Indispensable on a journey.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Your Majesty! You ought to be ashamed, you truly ought!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Tell me, Your Majesty, what about the Princess? Is she like that too?...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are you saying?!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stop being a king altogether the moment I see her,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even think of her.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know how sensitive she is?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know why we set off on this journey? All because of her.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Because of the Princess?
- Of course!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Just think how she was raised!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 normal, proper father would have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gradually accustomed his daughter to cruelty and abuse.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I, damned selfish fool that I am, shielded the poor girl from all of it.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That was despicable of me, wasn't it? - No, no, not at all...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despicable! Despicable.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surrounded her with the finest people!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Kept her completely isolated!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Beyond her walls, things go on that frighten even me!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People trample each other, butcher their own brothers,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strangle their sisters.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step into the Princess's wing: music, dancing.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One endless celebration.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whole wall came crashing down over a mere trifle!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remember it like yesterday. I was sitting there, working.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daughter was beside me, embroidering.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Everything was quiet and peaceful. The birds were singing.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Suddenly! The Master of Ceremonies comes in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announces: 'Your aunt has arrived,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Duchess.' I cannot stand the sight of her.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I say, 'Tell her I'm not at home.'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That's a trifle, isn't it?
- A trifle.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you it's a trifle - you're normal people!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my daughter goes ka-boom - faints dead away! Huh?!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Papa told a lie.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Papa lied, and that was it. A tragedy, if you please.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my daughter flings open every door and goes about listening.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 moment now, she'll learn something about me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will simply kill her.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I came to my senses, leapt up, ordered the horses harnessed,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by dawn we were racing down the road, farther and farther,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until we came galloping all the way here,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no one has ever heard a thing about anything.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understand?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like it here so... Ahem... Listen, why don't you let us stay?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afraid...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Darling! My dear! Please, I beg you! I'm enjoying this so much!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come with me. I'll show you to your rooms.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Thank you.
- But I will not allow...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let me have just one day of mischief.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Falling in love is good for you. She won't die, for heaven's sake.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Majesty!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did you know the wine was poisoned?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Mischief!... Some mischief this is. Mischief...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girl like that - and then a sweet,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gentle young man, before her very eyes...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I will not allow it.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This is worse than fainting - she'll lose her mind!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must leave.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him go and find someone else, not necessarily a princess...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countess... a woman of experience... Poor bear. My boy!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you, my boy?!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here. Who called me?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Oh!
- Forgive me!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Please forgive me! I seem to have bumped into you... lovely girl.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What's wrong? Did I frighten you so badly?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I'm only a little flustered... You see...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see, no one has ever called me simply 'a lovely girl' before.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I didn't mean to offend you!
- But I'm not offended in the least.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goodness.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boy! My boy, where are you?!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Is that you they're calling?
- Yes, me.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Are you the son of the master of this house?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Yes... I mean, no. I'm an orphan. — So am I...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mean, my father is alive,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my mother died when I was only seven minutes old.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must have a great many friends.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Why do you think so?
— I don't know.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feel that everyone must love you.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for? — You're so gentle, and terribly beautiful.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so lovely listening to you. Hearing your voice, looking at you.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never felt anything like this in my life.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Nothing like this has ever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 happened to me before you. What am I doing?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must be tired after your journey.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hungry, while I just keep talking and talking.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Sit down, please, sit down. Would you like some milk? It's fresh. Drink.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Please, drink.
— Tell me, are you a wizard?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No, of course not... — Then why do I obey you so readily?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had a very hearty breakfast only five minutes ago,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here I am, drinking milk again.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this is how magic springs out of nothing?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feel so happy, and I don't know why.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Could today be some sort of holiday?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me, it is a holiday. Could it be New Year's Day?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else can I explain why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feels so impossibly wonderful to listen to you, to look at you?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cannot understand why I feel so warm.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Such things cannot happen in this world!... And yet one just has!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are you laughing? Do I look funny?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but what am I to do?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one has ever spoken to me like this before.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am I so flustered? What has suddenly come over me?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strange and wondrous weakness, restlessness and helplessness.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 so unlike me, as though I were someone else.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Surely you would never, ever hurt me?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Give me your hand. May I be struck by lightning if I ever hurt you.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Anything may happen in this world—anything but that.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Wherever you go, I will follow. When you die, I will die too.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you I feel so light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free. I've never felt anything like this in my life.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heavens, the royal retinue! I'd completely forgotten about them.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Those dull, familiar faces. Shall we run away from them?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let's run!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Why, why didn't I go in and separate them?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am I not racing after them headlong?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know, I know—she is a Princess, and no good will come of this.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Poor children... Happy children!... I feel this can only end badly.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 dangerous game you've begun!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you think it is all a trifle, that everything will go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just as you intend. But what if it goes the other way?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Everything will go as it should. It already is.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on, cast spells, play the fool, catch lightning,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toy with fire—but never with people.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people, you can never tell what they will do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where it may lead them.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Listen, I'm afraid disaster lies ahead!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think she won't fall in love with him? Nonsense.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will, she will! Look how sweet and handsome he is.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who gave you the right and the power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guide and steer another's passion?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Love is an enchantress in her own right. She can manage without you.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beg you! Before it is too late—stop!!!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 too late already... Too late!.. Too late!!!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my dear hostess! Forgive me for barging in.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Am I intruding? I can leave.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not at all. Please, come in.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I put my bundle down?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Of course, please do. Are you the royal valet?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not at all. I am the FIRST MINISTER.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what?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First Minister. Head of the Cabinet.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Chairman of the Government.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please forgive me!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all right. I'm not offended.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long ago, both within the realm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abroad, I was foremost and mighty,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everyone bowed to me gladly. In medals and ribbons,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 epaulettes, I weighed a full 120 kilos.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has it all come to?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a wretched somebody, but really, simply nobody. CHORUS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merely somebody, truly nobody.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Faulty boots, an old coat hanging off me.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heart gives me trouble. My funds have run dry.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only I could warm up and eat my fill. 2.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how well I understand those champions of the people now,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laid down their lives defending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rights of the oppressed! I often oppressed them myself,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threw them in prison for nothing at all.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has it all come to? I'm a wretched somebody. A pauper.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doormat. A slug.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speck. A nonentity. Ah!...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CHORUS I'm merely somebody. Less than nothing at all.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one in the world could be lowlier than me.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See nothing, meddle in nothing.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only I could warm up, have a drink, and eat.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DANCE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See nothing, meddle in nothing.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career is dead and buried.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then, what has brought you to such a state?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what, my dear hostess, but who! That tyrant...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King? I understand.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no!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We're long accustomed to His Majesty. He is the tyrant!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despot!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monster!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told you nothing, and you heard nothing!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Tyrant! Despot! Butcher! Scoundrel!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fouler villain walks the earth!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Everyone else eats three square meals a day,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while he keeps us on a diet! He can have anything: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fish, fillet, and steaks! While all we see is millet, millet!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are people, not canaries!!! Where's the coffee?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Where? Where are the liqueurs?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Where, where, where, where?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julienne, the pâtés, the chocolate?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Whoever grows fat at our expense is a sadist and an embezzler!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sadist and an embezzler! Where's the coffee?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Where? Where are the liqueurs?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julienne, the pâtés, the chocolate?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Whoever grows fat at our expense is a sadist and an embezzler!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sadist and an embezzler!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nightmare! A disgrace! A tavern! Bedlam!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is the meaning of this?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keep respectable women, well-bred ladies,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 such miserable conditions! May he drop dead—but no such luck.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Expect no good from that parasite! What the devil is my head for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it goes unwashed for three days?!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Yeeees!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EMILIA Where's the soap? Where is the washcloth?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Where, where, where, where?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is the cream? Even shaving cream would do.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Whoever skimps on cleanliness is either a thief or a pig,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either a thief or a pig! Where's the soap?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is the washcloth? Where is the cream?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Even shaving cream would do.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Whoever skimps on cleanliness is either a thief or a pig, either a thief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a pig!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God knows when all this will end!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We'll all be crawling with lice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before that venomous brute deigns to give us soap!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Mistress.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Forgive us for not knocking. The road has made savages of us.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Allow me to introduce Emilia, our Chief Lady-in-Waiting!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Delighted, damn it. Ladies-in-waiting: Orinthia, Amanda.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Er... Ah...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Imagine it: dear, sensitive, delicate ladies,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forced to go without soap or cosmetics.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had it all, too. But he sold everything to the natives!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scoundrel...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we set out, he had an empty hatbox containing his sandwich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his miserable long johns.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flinch! I repeat: LONG JOHNS!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the brazen brute has 22 suitcases, four pairs of pyjamas,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while we have... NOTHING! Nothing...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all we can talk about is breakfast, lunch and dinner!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we are prepared to suffer!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are even prepared to die for the Princess,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only after we've washed.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find everything you need in the washroom.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all the hot water you could want.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Saints preserve you! Which way?
— You are our salvation!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are our salvation!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His Excellency, the Minister-Administrator! Good day!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Eh?
— I said, good day!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We've met.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are you so rude to me?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haven't said one unkind word to you.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Excuse me, but where are our suitcases?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 lot! Grab, grab, grab! Always thinking of themselves!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only wanted...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Keep bothering me and you'll get no breakfast!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another word... I only... I'll go and look for it myself...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little suitcase.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Lord, when will this all be over?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Two pounds for the courtiers, and four off the books...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Three pounds for the King, and one and a half off the books.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One pound for the Princess, and half a pound off the books.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Six pounds off the books in all! In a single morning! Well done.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Clever girl. Midnight sharp.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happens at midnight?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Meet me by the barn. I haven't time for courtship. You're attractive.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devilishly attractive.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waste time? Midnight, by the barn. You won't regret it.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dare you!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I dare, my dear, I dare!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even give the Princess very suggestive looks.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the little fool doesn't understand such things yet.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Why, you're mad.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What?! I'm so sane, I amaze myself.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you're simply a scoundrel.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Am I? And who is good? Who? That's the way of the world.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This morning, for instance, I see a butterfly flutter by.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Tiny little head. Not a brain in it. Flap-flap go the wings.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Flap-flap go the wings.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Ha! A perfect little fool.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rest? The birch is a blockhead. The oak's an ass.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Horses are traitors. And the river...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people...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People are swindlers. Good day! Good day!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where were we?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Ah, yes... Neither of us has anything to be shy about.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fine it is to have a woman: a lady, a dame, a signora, a belle,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for a woman, the greatest honour is—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have a man beside her.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Anywhere, but especially here, where nature is wild and innocent.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CHORUS: And the butterfly goes flap-flap-flap,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a sparrow at her heels—hop-hop-hop.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Down he swoops upon the darling—snap-snap-snap,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Gobble-gobble-gobble, then zip-zip-zip!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butterfly goes flap-flap-flap,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a sparrow at her heels—hop-hop-hop.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Down he swoops upon the darling—snap-snap-snap,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Gobble-gobble-gobble, then zip-zip-zip!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are my angel, my ideal, my little star, my berry, my sweet fish.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Teeth like pearls and lips like coral, And a lovely bosom and smile.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never met anyone like you; let us remedy that mistake.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butterfly goes flap-flap-flap,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a sparrow at her heels—hop-hop-hop.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Down he swoops upon the darling—snap-snap-snap,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Gobble-gobble-gobble, then zip-zip-zip!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Well? Will you come?
— Ha-ha-ha... Not a chance.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What's more, I'll tell my husband, and he'll turn you into a rat.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Forgive me. And who might your husband be? — A wizard.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should have warned me. Forget my brazen proposal.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consider it a disgraceful mistake.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Please allow me to make amends, to atone for... everything!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those damned courtiers?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have you all got to, ladies and gentlemen?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can't go chasing after each of you in turn.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Oh! What have you done?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Have you washed?
— We have, damn me.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then... No breakfast for you.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Ah! What?!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you, and you, and you, and you.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haven't washed!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should have! Even the servants hardly recognise you!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warn you: if you insist on washing against my express orders,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accept no responsibility whatsoever.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Completely out of hand! Completely!...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Quiet!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What?!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His Majesty!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like it very much here. Truly.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whole house is so charmingly arranged!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day.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lovingly done. Makes me want to confiscate it.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Still, it's a good thing I'm not at home.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home, I couldn't have resisted.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home, I'd have locked you in the lead tower in Market Square.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dreadful place!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Locked you up and kept the house for myself!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 monster!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king from crown to toe, of course!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Twelve generations of ancestors, every one a monster.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cut from the same cloth. Perfectly normal!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Madam, where is my daughter?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 Highness ordered us to stay behind.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wished to pick flowers alone in the meadow by the stream.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 You left my child unattended?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might be snakes in the grass! There's a draught off the stream!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Your Majesty! There she comes, safe and sound.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Really? My little kitten! My only darling daughter! She laughed! Oh!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she's thoughtful...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what's that beside her? A young man. She likes him.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Which means I like him too!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is his lineage?
— Magical.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Splendid. Are his parents alive?
— They are dead.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Wonderful! Brothers or sisters?
— None.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couldn't be better! Here is what we'll do.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grant him a title and a fortune, and he can travel with us!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Mistress, what is he like?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Is he a good man?
— A very good man, but...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Hush...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haven't seen my daughter so happy in a hundred years,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come at me with 'but'? No.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I'm happy, and that's that. Tonight I'll make merry! Cheerfully.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Good-naturedly.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all sorts of harmless pranks.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Uncle John has stirred in me—a reveller, a rake and a dandy,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just like him, I long To carouse and shout and leap!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ask you to keep pace, to celebrate along with me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carry out, at every turn, whatever whim I please!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CHORUS: Where are all the gifted players, conductors and musicians?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want to sing, sing, sing!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Sing!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bassoons and clarinets, pizzicatos and harmonics,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And, of course, the brass? Brass? Brass?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Brass!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horns and helicons, tubas, trumpets and trombones?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blow them all—blow, blow, blow!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one, anywhere, is getting any sleep tonight!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Aunt Jane has stirred in me—oh, how she could put away the port!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jump straight in the swimming pool!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intend to do the same! Though I am old and silver-haired,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dance you all into the ground;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We'll see which of us is younger and more full of life!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Madeira and tequila, Armagnac, cognac and beer?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drink them all! Drink! Drink!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Drink!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is all the crystalware? Where are all the porcelain sets?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smash them all! Smash! Smash!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Smash!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reports and forms, the minutes and documents?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tear them up! Tear! Tear!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Tear! That's the way to do it,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the way, that's the way to celebrate!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gardens and kitchen plots, where are the fruits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root crops? We'll burn them! Burn! Burn! /COURTIERS: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Burn!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the rebel nations, the vagrants and rabble?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We'll flog them! Flog! Flog! /COURTIERS: Flog!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obey my command: revel till you drop!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Drink, carouse and sing, sing, sing! Sing! Sing!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Drink, or else! Sing, or else! Or else—off with your head!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ladies and gentlemen!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day, Your Royal Highness!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True, I've already seen you all today, but it feels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though that were ages ago.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Ladies and gentlemen! This young man is my dearest friend.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grant him the title of prince.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you, Father. But what does a title matter?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Is that what matters? I feel so at ease with him.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understand each other so well. He loves everything I love.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dislikes everything I dislike. But now—now he's angry.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know why? I hid the fact that I'm a princess.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turns out he can't stand princesses! Neither can I.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wanted to show him I'm nothing like them.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think I succeeded. No? You're still angry with me.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Please, don't frighten me. Don't look at me in such horror.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Would you like... would you like me to kiss you?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No!!!... Farewell. Farewell forever. STOP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What?... What did I do to him? Will he come back? No?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Where is he going? Where is he going, my girl?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 don't understand. Have I done something wrong?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my darling!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Neither you nor he! Neither of you is to blame, believe me!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I understand. I understand everything. How absurd!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funny!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sweet young girl!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sweet young girl turned out to be a Princess!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you please, here's a princely title for you! How awful.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Lord, the shame of it—I said in front of everyone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I'd kiss him, and he...!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 galloped off without a backward glance, with no road,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God knows where.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he...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Where? Where?! Where has he gone, I ask you?!! Executioner!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Here, Your Majesty!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Prepare yourself, Executioner!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Always ready, Your Majesty!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Courtiers, say your prayers!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Princess has locked herself in her room and won't let anyone in—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even me! You will all be executed.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there! The hourglass, quickly!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Here's the deal: I'll spare only the one who tells me what to do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how to help her before the sand runs out.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sand runs fast. Speak one at a time—clearly and to the point.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First Minister!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Y-Your Majesty!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I-in my judgment,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grown-ups should not meddle in their children's love affairs!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And...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die first, Your Excellency. Mm-hm. Emilia!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Many, many years ago, Your Majesty, I stood at a window,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while a young man on a black horse raced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away from me along a mountain road.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 a still, still moonlit night.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beat of his hooves faded and faded...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Hurry up, damn you—the sand's running out!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interrupt!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if there's only one serving for all of us,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will be left for the rest?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on, madam.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 from the bottom of my heart, Your Majesty.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so, it was a sti-ill, ever so sti-ill moon-lit night.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never saw the poor young man again.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then, as you know, Your Majesty, I married another man.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here I am. Alive and well. Faithfully serving Your Majesty.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were you ever happy after he rode away? Well?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for a single moment. In all my life.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head will roll as well, madam. Next!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Eh? Your Majesty!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believe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best way to console the Princess is to marry her to a man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of proven practicality and worldly wisdom, a man in the King's service!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 mean the Executioner?
— Good heavens, Your Majesty!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nothing of his qualities in that regard.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find out. Amanda! Orinthia!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Majesty! We have prayed. We are ready to die.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 No advice at all?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 girl acts differently in such a situation,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only the Princess herself can decide what to do.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Hey, who are you?! My girl! You... you frighten me, my girl!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you going, my darling?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won't tell anyone. My horse!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Of course, we'll go with you, darling.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We're going! Get ready! Executioner, they'll feed you there!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Pack the trunks! Everyone into the carriages! Quickly!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RETINUE DASHES ABOUT CHAOTICALLY, “PACKING”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Belay that! EVERYONE FREEZES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love you dearly, Father. Don't be angry, but I'm going alone.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swear I'll kill anyone who follows me! Let everyone remember that!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Even me?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have a life of my own now. And I'm alone. I want to be alone! (rushes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understand,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understand. The sun has vanished—darkness everywhere!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understand, I don't understand.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lost it all the moment it was found. I don't understand,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understand. What struck me from the dark?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did I go wrong? What lie did I tell? Whose scheme is this?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Whose game?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understand, I don't understand—but I will find out!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still watch over her from a distance.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crawl behind rocks and bushes.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hide from my own daughter in the grass,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won't abandon her. I won't!!!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command you, I command you: saddle the horses!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Keep close behind her, keep close behind her—ride!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Alone at night she took to the road, into the savage wild,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into the dark and dreadful wild. If anything at all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should happen to my little girl, anything at all—I warn you,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parasites: I'll kill you! I'll kill you! I'll execute you all! Personally!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ADMINISTRATOR Snivels and shrieks, snivels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shrieks. The Princess has gone insane.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this fuss, when the answer's plain: tie the girl up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send her to the madhouse.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Everyone, follow me!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Suddenly the clock struck: your spring had come,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love itself came with it. Time to burn your bridges,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write poems, lie awake all night, lose your mind. Spring, spring—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season of love. How deadly are your revels!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 turn is perilous: today is heaven, tomorrow—hell.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light, now dark, now light, now dark...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Well? Are you pleased?
— Very!!!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weather! A blizzard, a storm, avalanches, rockfalls!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lived a long time, but I can't remember a gale like this.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goodness my inn is built as solidly as a fine castle.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Emilia Inn!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Emilia Inn... Emilia...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yes... Her hair must be grey by now. Grey.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Married long ago...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still I dream of hearing her voice, just once. Emilia, Emilia...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KNOCKING Yes, yes! Come in! Please, come in!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Emilia Inn, at your service.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heavens, gentlemen! Come to the fire! Please! Let me help you.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the fire, and some mulled wine! I serve people, and I'm proud of it.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Sir! Quickly, quickly! There. Ladies, some hot milk! Do sit down.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This way, please. And whom do I have the honour of addressing?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Though after all these years, I'm used to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travellers concealing their names.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Innkeeper, I am... what's the word? The King.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evening, Your Majesty.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Innkeeper, I am a miserable king. Give me wine.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Would you be so kind? Please. Here you are.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excellent wine!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you!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grew the vines myself, pressed the grapes myself,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aged the wine myself in my own cellars,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I serve it to people with my own hands.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 everything myself.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Innkeeper, my daughter has disappeared.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dear, dear, dear...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Those idlers!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Those parasites left the child unattended, and that was that!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fell in love, had a quarrel, dressed as a boy, and ran away.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Has she happened by here?
- Alas, Your Majesty. Alas...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else is staying at the inn?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famous hunter, with his two apprentices. That's all.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Fetch him. Fetch the hunter! He may have seen my daughter!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Hunters roam everywhere. Fetch him! Well?!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this hunter no longer hunts at all.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what does he do?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hardly know. Defends his reputation.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Writes denunciations of his rivals.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Oh... To hell with him.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two under sentence of death, on your feet.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are you going, Your Majesty? You'll be walking to certain death!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do you care?! They're condemned men anyway.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said, get up and follow me.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Wait, Your Majesty. On a night like this you'll never find anyone,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you'll vanish without a trace yourself!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be it!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cannot think only of yourself! You're no boy, thank God!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a family man!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none of those faces. I'll give you our largest room.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And what am I to do there?
— Pace up and down.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dawn, we'll all set out to search.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Here's your key, Your Majesty. And yours, gentlemen! Off to bed!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Well...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Rest! Gather your strength! We'll need every bit of it tomorrow!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Take the candles and follow me! This way, please!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on, don't be afraid. There's no one here.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those new arrivals are hunters, I'll shoot you like a rabbit.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Lord, what have I got to do with it?</a:t>
            </a:r>
          </a:p>
        </p:txBody>
      </p: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Quiet!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Wherever you go for a holiday,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those blasted hunters are swarming everywhere.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Ugh, I hate them.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fool!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have I got to do with it?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Get this into your thick head: if the newcomers are hunters,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leave at once, you blockhead!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could kill you!</a:t>
            </a:r>
          </a:p>
        </p:txBody>
      </p: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is all this? Why must you torment me, boss?!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Keep quiet when your elders are angry!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no family, so you must put up with me.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Where is my new apprentice?
— Cleaning the gun.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lad! That's a good lad!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of course. Whoever's newest is always your good lad, isn't he?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heavens, someone's arrived... In weather like this...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swear, it'll be another hunter...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on, open up, you fool! I could kill you!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Lord, what have I got to do with it?!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on!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Where in the world am I?
- Eh?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Is this an inn?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Ah, yes, an inn. The landlord will be here directly. Are you a hunter?!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</a:t>
            </a:r>
          </a:p>
        </p:txBody>
      </p: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Why say it with such horror?
— Because I can't stand hunters.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HUNTER: Have you met many, young man?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Our paths have crossed.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Have they indeed?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Ah! Hunters, young man, are the finest people on earth.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 one of them honest and straightforward.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 love their calling! Understand?!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I don't. But let's not argue.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was I to know you were so fond of hunters?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Who, me?! Listen here! I hate them.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simply won't have outsiders insulting them.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Outsiders.</a:t>
            </a:r>
          </a:p>
        </p:txBody>
      </p: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a hunter myself.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famous one!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tent, a rifle, a shotgun, Elk, marten,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fox. Nature! I know her well; She awaits me in fear.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CHORUS Always in the woods, in snow or dust, In winter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in summer.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blast you from the face of the earth With both barrels.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 I may blast you,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blast you From the face of the earth With both barrels. 2.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Upon my wicked foes I cast a scornful eye.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better than most How fauna prowls through flora. CHORUS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Always in the woods, in snow or dust, In winter and in summer.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blast you from the face of the earth With both barrels.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 I may blast you,</a:t>
            </a:r>
          </a:p>
        </p:txBody>
      </p: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may spare you,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blast you From the face of the earth With both barrels.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done. Well done. That's how it's done, young man.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counting small game, in his time he has shot five hundred deer,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four hundred goats, three hundred wolves, and ninety-nine bears.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Wh-what?... Why did you leap up like that?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Killing bears is no better than killing children.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 children! Have you seen their claws?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Yes. Much shorter than a hunter's knife.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And a bear's strength?
- You shouldn't provoke the animal.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now, now! You there, you've tried my patience!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have to shoot you.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Hey, new apprentice!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Bring me a real gun! At once! I'm going to kill you now, young man.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care.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Boy! Boy, where are you?! Bring me the gun!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Watch and learn, apprentice. This person is about to be killed.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waste your pity on him.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is an ignoramus, an insolent brute!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a man at all, but a monster.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Boy, give me the gun.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Boy, what's the matter with you?!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Boy, don't be afraid. Give him the gun!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took out all the cartridges while he was asleep.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Damnation...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Very well! Have a double helping of hunter's sausages instead.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Oh!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same measure of hunter's cordial.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Excuse me, do you have a sister? Sit with me a while.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see, you look remarkably like a young woman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whom I must forget as quickly as possible.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Where are you going? - I don't want to remind you of someone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must forget!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 voice!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delirious!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everything is a blur.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can have caused it?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three days and nights I rode, roadless and aimless.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would have ridden on, if not for my horse.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galloped on, then suddenly wept like a child, and so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turned towards the very first light we saw.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Have you killed someone?
- No, of course not.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Then who were you fleeing like a criminal? - Love.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an amusing story.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laugh. I know young people - a cruel lot.</a:t>
            </a:r>
          </a:p>
        </p:txBody>
      </p: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You've never lived through anything yet.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was just like you three days ago.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grown wiser since then. Have you ever been in love?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believe in such nonsense.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Neither did I. Then I fell in love.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who did you fall in love with?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girl who looks | so much | like you. Words fail me.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fell so deeply in love that there and then you left it all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fled the one you loved?</a:t>
            </a: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Call it folly, call it fate - I could choose no other way.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fled from love as though from flame.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told me - she said that she would kiss me.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Stupid girl!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What?
- A contemptible fool!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you dare speak of her that way.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deserves it.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have no right to judge her! She's wonderful.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Guileless and trusting, just like me.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You?!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Me.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a rogue, a braggart, and a windbag!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Me? - Yes!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boast of your conquests to the first stranger you meet.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So that's what you think of me?
- Exactly. She's a fool.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speak of her with respect!</a:t>
            </a:r>
          </a:p>
        </p:txBody>
      </p: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She's a fool, a fool, a fool, a fool!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Insolent pups must be taught a lesson.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I won't be running.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tongue will be your undoing.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True enough. What can I do?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not for that voice, those hands, those eyes,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would have killed you long ago.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as I did, I would have sighed, 'Ah,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had no other choice!' Is it folly or fate?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voice... Those hands... That voice. Those hands.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tears the hat from the Princess's head. You?!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chased after you for three days.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the storm erased your trail. I met the Hunter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became his apprentice.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chased me for three days?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Yes! To tell you how little I care for you!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never meant to fall in love with you, much less kiss you.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Farewell.</a:t>
            </a: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prove I don't care for you. Not in the least!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prove it if it kills me.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Run... I must get away!</a:t>
            </a:r>
          </a:p>
        </p:txBody>
      </p: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rails at me, she rages, but all I see are her lips,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all I can think is: I'll kiss her now and destroy us both.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Cursed bear that I am. Run. That's it - I'm leaving!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can't be done.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storm is over.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storm is over, and we're buried in snow. Yes, yes.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riding away is out of the question - you can't even leave the house.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lock me in. Turn the key.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Why?
- I mustn't see her. I... I love her.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Who?
- The Princess.</a:t>
            </a:r>
          </a:p>
        </p:txBody>
      </p: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The Princess is here?
- Yes. She's disguised as a man.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So that was her?
- Yes. Lock me up. Please.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Young man, that door has a new lock, and I'd hate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see you break it.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here's the key. Lock yourself in.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Yes. (Good night.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night! But peace will elude you.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Shut yourself in a monastery - solitude will remind you of her.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Open a roadside inn,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name it after her - every knock at the door will remind you of her.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the devil is going on?!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candle in my room keeps going out!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 What did you say?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do you mean, 'what'?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candle in my room keeps going out, damn it...</a:t>
            </a:r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can't be...</a:t>
            </a:r>
          </a:p>
        </p:txBody>
      </p:sp>
    </p:spTree>
  </p:cSld>
  <p:clrMapOvr>
    <a:masterClrMapping/>
  </p:clrMapOvr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can't be? The candle in my room keeps going out.</a:t>
            </a:r>
          </a:p>
        </p:txBody>
      </p:sp>
    </p:spTree>
  </p:cSld>
  <p:clrMapOvr>
    <a:masterClrMapping/>
  </p:clrMapOvr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Emilia?...</a:t>
            </a:r>
          </a:p>
        </p:txBody>
      </p:sp>
    </p:spTree>
  </p:cSld>
  <p:clrMapOvr>
    <a:masterClrMapping/>
  </p:clrMapOvr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Emilia. That's my name. Damn it all... Emil.</a:t>
            </a:r>
          </a:p>
        </p:txBody>
      </p:sp>
    </p:spTree>
  </p:cSld>
  <p:clrMapOvr>
    <a:masterClrMapping/>
  </p:clrMapOvr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Many, many years ago, a young man on a black horse</a:t>
            </a:r>
          </a:p>
        </p:txBody>
      </p:sp>
    </p:spTree>
  </p:cSld>
  <p:clrMapOvr>
    <a:masterClrMapping/>
  </p:clrMapOvr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galloped away from you along a mountain road.</a:t>
            </a:r>
          </a:p>
        </p:txBody>
      </p:sp>
    </p:spTree>
  </p:cSld>
  <p:clrMapOvr>
    <a:masterClrMapping/>
  </p:clrMapOvr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look at me. My face is weather-beaten.</a:t>
            </a:r>
          </a:p>
        </p:txBody>
      </p:sp>
    </p:spTree>
  </p:cSld>
  <p:clrMapOvr>
    <a:masterClrMapping/>
  </p:clrMapOvr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Still, why the devil not! Look at me.</a:t>
            </a:r>
          </a:p>
        </p:txBody>
      </p:sp>
    </p:spTree>
  </p:cSld>
  <p:clrMapOvr>
    <a:masterClrMapping/>
  </p:clrMapOvr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the most crowded masquerades, I knew you beneath every mask.</a:t>
            </a:r>
          </a:p>
        </p:txBody>
      </p:sp>
    </p:spTree>
  </p:cSld>
  <p:clrMapOvr>
    <a:masterClrMapping/>
  </p:clrMapOvr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remember.</a:t>
            </a:r>
          </a:p>
        </p:txBody>
      </p:sp>
    </p:spTree>
  </p:cSld>
  <p:clrMapOvr>
    <a:masterClrMapping/>
  </p:clrMapOvr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do I care for the mask time has put on you?</a:t>
            </a:r>
          </a:p>
        </p:txBody>
      </p:sp>
    </p:spTree>
  </p:cSld>
  <p:clrMapOvr>
    <a:masterClrMapping/>
  </p:clrMapOvr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you didn't recognize me at once!</a:t>
            </a:r>
          </a:p>
        </p:txBody>
      </p:sp>
    </p:spTree>
  </p:cSld>
  <p:clrMapOvr>
    <a:masterClrMapping/>
  </p:clrMapOvr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were wrapped up from head to toe...</a:t>
            </a:r>
          </a:p>
        </p:txBody>
      </p:sp>
    </p:spTree>
  </p:cSld>
  <p:clrMapOvr>
    <a:masterClrMapping/>
  </p:clrMapOvr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recognized me, but you don't know who I am now.</a:t>
            </a:r>
          </a:p>
        </p:txBody>
      </p:sp>
    </p:spTree>
  </p:cSld>
  <p:clrMapOvr>
    <a:masterClrMapping/>
  </p:clrMapOvr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grown bitter, especially of late.</a:t>
            </a:r>
          </a:p>
        </p:txBody>
      </p:sp>
    </p:spTree>
  </p:cSld>
  <p:clrMapOvr>
    <a:masterClrMapping/>
  </p:clrMapOvr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Do you have a pipe?
- A pipe?</a:t>
            </a:r>
          </a:p>
        </p:txBody>
      </p:sp>
    </p:spTree>
  </p:cSld>
  <p:clrMapOvr>
    <a:masterClrMapping/>
  </p:clrMapOvr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I've taken up smoking lately. Sailor's tobacco. A hellish brew.</a:t>
            </a:r>
          </a:p>
        </p:txBody>
      </p:sp>
    </p:spTree>
  </p:cSld>
  <p:clrMapOvr>
    <a:masterClrMapping/>
  </p:clrMapOvr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what I've become.</a:t>
            </a:r>
          </a:p>
        </p:txBody>
      </p:sp>
    </p:spTree>
  </p:cSld>
  <p:clrMapOvr>
    <a:masterClrMapping/>
  </p:clrMapOvr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were always like that.</a:t>
            </a:r>
          </a:p>
        </p:txBody>
      </p:sp>
    </p:spTree>
  </p:cSld>
  <p:clrMapOvr>
    <a:masterClrMapping/>
  </p:clrMapOvr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Me? - Yes. Stubborn. Proud. Did you marry?</a:t>
            </a:r>
          </a:p>
        </p:txBody>
      </p:sp>
    </p:spTree>
  </p:cSld>
  <p:clrMapOvr>
    <a:masterClrMapping/>
  </p:clrMapOvr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did. You never knew him. He's dead.</a:t>
            </a:r>
          </a:p>
        </p:txBody>
      </p:sp>
    </p:spTree>
  </p:cSld>
  <p:clrMapOvr>
    <a:masterClrMapping/>
  </p:clrMapOvr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And that young page? - The young page? He's dead too.</a:t>
            </a:r>
          </a:p>
        </p:txBody>
      </p:sp>
    </p:spTree>
  </p:cSld>
  <p:clrMapOvr>
    <a:masterClrMapping/>
  </p:clrMapOvr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became a scholar and died.</a:t>
            </a:r>
          </a:p>
        </p:txBody>
      </p:sp>
    </p:spTree>
  </p:cSld>
  <p:clrMapOvr>
    <a:masterClrMapping/>
  </p:clrMapOvr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kissed him. On the balcony.</a:t>
            </a:r>
          </a:p>
        </p:txBody>
      </p:sp>
    </p:spTree>
  </p:cSld>
  <p:clrMapOvr>
    <a:masterClrMapping/>
  </p:clrMapOvr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danced with the general's daughter.</a:t>
            </a:r>
          </a:p>
        </p:txBody>
      </p:sp>
    </p:spTree>
  </p:cSld>
  <p:clrMapOvr>
    <a:masterClrMapping/>
  </p:clrMapOvr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Dancing is perfectly respectable.</a:t>
            </a:r>
          </a:p>
        </p:txBody>
      </p:sp>
    </p:spTree>
  </p:cSld>
  <p:clrMapOvr>
    <a:masterClrMapping/>
  </p:clrMapOvr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Respectable, damn you!</a:t>
            </a:r>
          </a:p>
        </p:txBody>
      </p:sp>
    </p:spTree>
  </p:cSld>
  <p:clrMapOvr>
    <a:masterClrMapping/>
  </p:clrMapOvr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whispered in her ear the whole time!</a:t>
            </a:r>
          </a:p>
        </p:txBody>
      </p:sp>
    </p:spTree>
  </p:cSld>
  <p:clrMapOvr>
    <a:masterClrMapping/>
  </p:clrMapOvr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whispered, 'One-two-three, one-two-three.'</a:t>
            </a:r>
          </a:p>
        </p:txBody>
      </p:sp>
    </p:spTree>
  </p:cSld>
  <p:clrMapOvr>
    <a:masterClrMapping/>
  </p:clrMapOvr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kept losing the beat!</a:t>
            </a:r>
          </a:p>
        </p:txBody>
      </p:sp>
    </p:spTree>
  </p:cSld>
  <p:clrMapOvr>
    <a:masterClrMapping/>
  </p:clrMapOvr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funny.</a:t>
            </a:r>
          </a:p>
        </p:txBody>
      </p:sp>
    </p:spTree>
  </p:cSld>
  <p:clrMapOvr>
    <a:masterClrMapping/>
  </p:clrMapOvr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in tears!</a:t>
            </a:r>
          </a:p>
        </p:txBody>
      </p:sp>
    </p:spTree>
  </p:cSld>
  <p:clrMapOvr>
    <a:masterClrMapping/>
  </p:clrMapOvr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makes you think we'd have been happy if we'd married?!</a:t>
            </a:r>
          </a:p>
        </p:txBody>
      </p:sp>
    </p:spTree>
  </p:cSld>
  <p:clrMapOvr>
    <a:masterClrMapping/>
  </p:clrMapOvr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you have doubts, do you?!</a:t>
            </a:r>
          </a:p>
        </p:txBody>
      </p:sp>
    </p:spTree>
  </p:cSld>
  <p:clrMapOvr>
    <a:masterClrMapping/>
  </p:clrMapOvr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is no such thing as everlasting love!</a:t>
            </a:r>
          </a:p>
        </p:txBody>
      </p:sp>
    </p:spTree>
  </p:cSld>
  <p:clrMapOvr>
    <a:masterClrMapping/>
  </p:clrMapOvr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you remember our first conversation?</a:t>
            </a:r>
          </a:p>
        </p:txBody>
      </p:sp>
    </p:spTree>
  </p:cSld>
  <p:clrMapOvr>
    <a:masterClrMapping/>
  </p:clrMapOvr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Ah, madam, surely you'll agree: the weather's never been so fair.</a:t>
            </a:r>
          </a:p>
        </p:txBody>
      </p:sp>
    </p:spTree>
  </p:cSld>
  <p:clrMapOvr>
    <a:masterClrMapping/>
  </p:clrMapOvr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sir, I must say,</a:t>
            </a:r>
          </a:p>
        </p:txBody>
      </p:sp>
    </p:spTree>
  </p:cSld>
  <p:clrMapOvr>
    <a:masterClrMapping/>
  </p:clrMapOvr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truly find the weather quite unlike an ordinary day.</a:t>
            </a:r>
          </a:p>
        </p:txBody>
      </p:sp>
    </p:spTree>
  </p:cSld>
  <p:clrMapOvr>
    <a:masterClrMapping/>
  </p:clrMapOvr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Ah, madam, tell me why this evening is so rare?</a:t>
            </a:r>
          </a:p>
        </p:txBody>
      </p:sp>
    </p:spTree>
  </p:cSld>
  <p:clrMapOvr>
    <a:masterClrMapping/>
  </p:clrMapOvr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sir, perhaps it's hard to say, but surely</a:t>
            </a:r>
          </a:p>
        </p:txBody>
      </p:sp>
    </p:spTree>
  </p:cSld>
  <p:clrMapOvr>
    <a:masterClrMapping/>
  </p:clrMapOvr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because you're here with me!</a:t>
            </a:r>
          </a:p>
        </p:txBody>
      </p:sp>
    </p:spTree>
  </p:cSld>
  <p:clrMapOvr>
    <a:masterClrMapping/>
  </p:clrMapOvr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Ah, madam, whenever we're together,</a:t>
            </a:r>
          </a:p>
        </p:txBody>
      </p:sp>
    </p:spTree>
  </p:cSld>
  <p:clrMapOvr>
    <a:masterClrMapping/>
  </p:clrMapOvr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 flower in the meadow bursts in bloom!</a:t>
            </a:r>
          </a:p>
        </p:txBody>
      </p:sp>
    </p:spTree>
  </p:cSld>
  <p:clrMapOvr>
    <a:masterClrMapping/>
  </p:clrMapOvr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dear sir, I should be going home,</a:t>
            </a:r>
          </a:p>
        </p:txBody>
      </p:sp>
    </p:spTree>
  </p:cSld>
  <p:clrMapOvr>
    <a:masterClrMapping/>
  </p:clrMapOvr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cannot bear to hurt the flowers so.</a:t>
            </a:r>
          </a:p>
        </p:txBody>
      </p:sp>
    </p:spTree>
  </p:cSld>
  <p:clrMapOvr>
    <a:masterClrMapping/>
  </p:clrMapOvr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delightful, how amusing, that I please you so.</a:t>
            </a:r>
          </a:p>
        </p:txBody>
      </p:sp>
    </p:spTree>
  </p:cSld>
  <p:clrMapOvr>
    <a:masterClrMapping/>
  </p:clrMapOvr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please me more, you know.</a:t>
            </a:r>
          </a:p>
        </p:txBody>
      </p:sp>
    </p:spTree>
  </p:cSld>
  <p:clrMapOvr>
    <a:masterClrMapping/>
  </p:clrMapOvr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splendid!</a:t>
            </a:r>
          </a:p>
        </p:txBody>
      </p:sp>
    </p:spTree>
  </p:cSld>
  <p:clrMapOvr>
    <a:masterClrMapping/>
  </p:clrMapOvr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Tram-tam-tam.</a:t>
            </a:r>
          </a:p>
        </p:txBody>
      </p:sp>
    </p:spTree>
  </p:cSld>
  <p:clrMapOvr>
    <a:masterClrMapping/>
  </p:clrMapOvr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delightful, how amusing, that I please you so.</a:t>
            </a:r>
          </a:p>
        </p:txBody>
      </p:sp>
    </p:spTree>
  </p:cSld>
  <p:clrMapOvr>
    <a:masterClrMapping/>
  </p:clrMapOvr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please me more, you know.</a:t>
            </a:r>
          </a:p>
        </p:txBody>
      </p:sp>
    </p:spTree>
  </p:cSld>
  <p:clrMapOvr>
    <a:masterClrMapping/>
  </p:clrMapOvr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splendid!</a:t>
            </a:r>
          </a:p>
        </p:txBody>
      </p:sp>
    </p:spTree>
  </p:cSld>
  <p:clrMapOvr>
    <a:masterClrMapping/>
  </p:clrMapOvr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Tram-tam-tam.</a:t>
            </a:r>
          </a:p>
        </p:txBody>
      </p:sp>
    </p:spTree>
  </p:cSld>
  <p:clrMapOvr>
    <a:masterClrMapping/>
  </p:clrMapOvr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that's that. You can't begin your life again.</a:t>
            </a:r>
          </a:p>
        </p:txBody>
      </p:sp>
    </p:spTree>
  </p:cSld>
  <p:clrMapOvr>
    <a:masterClrMapping/>
  </p:clrMapOvr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Even so, I'm happy to see you.</a:t>
            </a:r>
          </a:p>
        </p:txBody>
      </p:sp>
    </p:spTree>
  </p:cSld>
  <p:clrMapOvr>
    <a:masterClrMapping/>
  </p:clrMapOvr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am I. Which makes it all the more foolish. Let's talk of something else.</a:t>
            </a:r>
          </a:p>
        </p:txBody>
      </p:sp>
    </p:spTree>
  </p:cSld>
  <p:clrMapOvr>
    <a:masterClrMapping/>
  </p:clrMapOvr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do have something to talk about.</a:t>
            </a:r>
          </a:p>
        </p:txBody>
      </p:sp>
    </p:spTree>
  </p:cSld>
  <p:clrMapOvr>
    <a:masterClrMapping/>
  </p:clrMapOvr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Though it comes down to the same thing.</a:t>
            </a:r>
          </a:p>
        </p:txBody>
      </p:sp>
    </p:spTree>
  </p:cSld>
  <p:clrMapOvr>
    <a:masterClrMapping/>
  </p:clrMapOvr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are two young people in love here. We must help them.</a:t>
            </a:r>
          </a:p>
        </p:txBody>
      </p:sp>
    </p:spTree>
  </p:cSld>
  <p:clrMapOvr>
    <a:masterClrMapping/>
  </p:clrMapOvr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Really?..</a:t>
            </a:r>
          </a:p>
        </p:txBody>
      </p:sp>
    </p:spTree>
  </p:cSld>
  <p:clrMapOvr>
    <a:masterClrMapping/>
  </p:clrMapOvr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They're just like us.</a:t>
            </a:r>
          </a:p>
        </p:txBody>
      </p:sp>
    </p:spTree>
  </p:cSld>
  <p:clrMapOvr>
    <a:masterClrMapping/>
  </p:clrMapOvr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Who are the poor things?
- The Princess...</a:t>
            </a:r>
          </a:p>
        </p:txBody>
      </p:sp>
    </p:spTree>
  </p:cSld>
  <p:clrMapOvr>
    <a:masterClrMapping/>
  </p:clrMapOvr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Right!..</a:t>
            </a:r>
          </a:p>
        </p:txBody>
      </p:sp>
    </p:spTree>
  </p:cSld>
  <p:clrMapOvr>
    <a:masterClrMapping/>
  </p:clrMapOvr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young man she ran away from home for.</a:t>
            </a:r>
          </a:p>
        </p:txBody>
      </p:sp>
    </p:spTree>
  </p:cSld>
  <p:clrMapOvr>
    <a:masterClrMapping/>
  </p:clrMapOvr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And?!</a:t>
            </a:r>
          </a:p>
        </p:txBody>
      </p:sp>
    </p:spTree>
  </p:cSld>
  <p:clrMapOvr>
    <a:masterClrMapping/>
  </p:clrMapOvr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 came here after you.</a:t>
            </a:r>
          </a:p>
        </p:txBody>
      </p:sp>
    </p:spTree>
  </p:cSld>
  <p:clrMapOvr>
    <a:masterClrMapping/>
  </p:clrMapOvr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Have they met? - Yes, but they've already managed to quarrel!</a:t>
            </a:r>
          </a:p>
        </p:txBody>
      </p:sp>
    </p:spTree>
  </p:cSld>
  <p:clrMapOvr>
    <a:masterClrMapping/>
  </p:clrMapOvr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Again?! That's it! Beat the drums! Sound the trumpets!</a:t>
            </a:r>
          </a:p>
        </p:txBody>
      </p:sp>
    </p:spTree>
  </p:cSld>
  <p:clrMapOvr>
    <a:masterClrMapping/>
  </p:clrMapOvr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 What? What trumpets?
- Never mind. An old palace habit!</a:t>
            </a:r>
          </a:p>
        </p:txBody>
      </p:sp>
    </p:spTree>
  </p:cSld>
  <p:clrMapOvr>
    <a:masterClrMapping/>
  </p:clrMapOvr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how we issue orders during fires, hurricanes, and floods. Guard!</a:t>
            </a:r>
          </a:p>
        </p:txBody>
      </p:sp>
    </p:spTree>
  </p:cSld>
  <p:clrMapOvr>
    <a:masterClrMapping/>
  </p:clrMapOvr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arms! We must do something at once!</a:t>
            </a:r>
          </a:p>
        </p:txBody>
      </p:sp>
    </p:spTree>
  </p:cSld>
  <p:clrMapOvr>
    <a:masterClrMapping/>
  </p:clrMapOvr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report to the King. The children are in peril!</a:t>
            </a:r>
          </a:p>
        </p:txBody>
      </p:sp>
    </p:spTree>
  </p:cSld>
  <p:clrMapOvr>
    <a:masterClrMapping/>
  </p:clrMapOvr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Up! Draw swords! Fix bayonets! Up!</a:t>
            </a:r>
          </a:p>
        </p:txBody>
      </p:sp>
    </p:spTree>
  </p:cSld>
  <p:clrMapOvr>
    <a:masterClrMapping/>
  </p:clrMapOvr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I understand. Emilia was married to the palace commandant.</a:t>
            </a:r>
          </a:p>
        </p:txBody>
      </p:sp>
    </p:spTree>
  </p:cSld>
  <p:clrMapOvr>
    <a:masterClrMapping/>
  </p:clrMapOvr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Sound the trumpets!</a:t>
            </a:r>
          </a:p>
        </p:txBody>
      </p:sp>
    </p:spTree>
  </p:cSld>
  <p:clrMapOvr>
    <a:masterClrMapping/>
  </p:clrMapOvr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Beat the drums! Draw swords! She smokes. She swears.</a:t>
            </a:r>
          </a:p>
        </p:txBody>
      </p:sp>
    </p:spTree>
  </p:cSld>
  <p:clrMapOvr>
    <a:masterClrMapping/>
  </p:clrMapOvr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Poor, proud, tender Emilia!</a:t>
            </a:r>
          </a:p>
        </p:txBody>
      </p:sp>
    </p:spTree>
  </p:cSld>
  <p:clrMapOvr>
    <a:masterClrMapping/>
  </p:clrMapOvr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Did that accursed brute even know what a woman he'd married?</a:t>
            </a:r>
          </a:p>
        </p:txBody>
      </p:sp>
    </p:spTree>
  </p:cSld>
  <p:clrMapOvr>
    <a:masterClrMapping/>
  </p:clrMapOvr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God rest his soul!</a:t>
            </a:r>
          </a:p>
        </p:txBody>
      </p:sp>
    </p:spTree>
  </p:cSld>
  <p:clrMapOvr>
    <a:masterClrMapping/>
  </p:clrMapOvr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Well? Have you seen her?
— As surely as I see you.</a:t>
            </a:r>
          </a:p>
        </p:txBody>
      </p:sp>
    </p:spTree>
  </p:cSld>
  <p:clrMapOvr>
    <a:masterClrMapping/>
  </p:clrMapOvr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Thin, pale, barely able to stand?</a:t>
            </a:r>
          </a:p>
        </p:txBody>
      </p:sp>
    </p:spTree>
  </p:cSld>
  <p:clrMapOvr>
    <a:masterClrMapping/>
  </p:clrMapOvr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Tanned, eating well, running about like a boy!</a:t>
            </a:r>
          </a:p>
        </p:txBody>
      </p:sp>
    </p:spTree>
  </p:cSld>
  <p:clrMapOvr>
    <a:masterClrMapping/>
  </p:clrMapOvr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Is he here too?
— Yes.</a:t>
            </a:r>
          </a:p>
        </p:txBody>
      </p:sp>
    </p:spTree>
  </p:cSld>
  <p:clrMapOvr>
    <a:masterClrMapping/>
  </p:clrMapOvr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Is he suffering?
— Terribly.</a:t>
            </a:r>
          </a:p>
        </p:txBody>
      </p:sp>
    </p:spTree>
  </p:cSld>
  <p:clrMapOvr>
    <a:masterClrMapping/>
  </p:clrMapOvr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Ha! Serves him right.</a:t>
            </a:r>
          </a:p>
        </p:txBody>
      </p:sp>
    </p:spTree>
  </p:cSld>
  <p:clrMapOvr>
    <a:masterClrMapping/>
  </p:clrMapOvr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all is well: she's alive, calm and cheerful, and he's suffering.</a:t>
            </a:r>
          </a:p>
        </p:txBody>
      </p:sp>
    </p:spTree>
  </p:cSld>
  <p:clrMapOvr>
    <a:masterClrMapping/>
  </p:clrMapOvr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Give me some drops.</a:t>
            </a:r>
          </a:p>
        </p:txBody>
      </p:sp>
    </p:spTree>
  </p:cSld>
  <p:clrMapOvr>
    <a:masterClrMapping/>
  </p:clrMapOvr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kind? — How should I know?</a:t>
            </a:r>
          </a:p>
        </p:txBody>
      </p:sp>
    </p:spTree>
  </p:cSld>
  <p:clrMapOvr>
    <a:masterClrMapping/>
  </p:clrMapOvr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apprentice is pining away.</a:t>
            </a:r>
          </a:p>
        </p:txBody>
      </p:sp>
    </p:spTree>
  </p:cSld>
  <p:clrMapOvr>
    <a:masterClrMapping/>
  </p:clrMapOvr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Oh, that one? — Not him! I could die and he wouldn't notice.</a:t>
            </a:r>
          </a:p>
        </p:txBody>
      </p:sp>
    </p:spTree>
  </p:cSld>
  <p:clrMapOvr>
    <a:masterClrMapping/>
  </p:clrMapOvr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newest apprentice is pining away: he won't eat,</a:t>
            </a:r>
          </a:p>
        </p:txBody>
      </p:sp>
    </p:spTree>
  </p:cSld>
  <p:clrMapOvr>
    <a:masterClrMapping/>
  </p:clrMapOvr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won't drink, and answers at random.</a:t>
            </a:r>
          </a:p>
        </p:txBody>
      </p:sp>
    </p:spTree>
  </p:cSld>
  <p:clrMapOvr>
    <a:masterClrMapping/>
  </p:clrMapOvr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the Princess? The Princess!</a:t>
            </a:r>
          </a:p>
        </p:txBody>
      </p:sp>
    </p:spTree>
  </p:cSld>
  <p:clrMapOvr>
    <a:masterClrMapping/>
  </p:clrMapOvr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Who? Who?</a:t>
            </a:r>
          </a:p>
        </p:txBody>
      </p:sp>
    </p:spTree>
  </p:cSld>
  <p:clrMapOvr>
    <a:masterClrMapping/>
  </p:clrMapOvr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Your new apprentice is the Princess in disguise.</a:t>
            </a:r>
          </a:p>
        </p:txBody>
      </p:sp>
    </p:spTree>
  </p:cSld>
  <p:clrMapOvr>
    <a:masterClrMapping/>
  </p:clrMapOvr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Blast you! I nearly cuffed her round the neck.</a:t>
            </a:r>
          </a:p>
        </p:txBody>
      </p:sp>
    </p:spTree>
  </p:cSld>
  <p:clrMapOvr>
    <a:masterClrMapping/>
  </p:clrMapOvr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scoundrel! You blockhead! You can't tell a boy from a girl!</a:t>
            </a:r>
          </a:p>
        </p:txBody>
      </p:sp>
    </p:spTree>
  </p:cSld>
  <p:clrMapOvr>
    <a:masterClrMapping/>
  </p:clrMapOvr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Neither could you.</a:t>
            </a:r>
          </a:p>
        </p:txBody>
      </p:sp>
    </p:spTree>
  </p:cSld>
  <p:clrMapOvr>
    <a:masterClrMapping/>
  </p:clrMapOvr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if I had time for such nonsense!</a:t>
            </a:r>
          </a:p>
        </p:txBody>
      </p:sp>
    </p:spTree>
  </p:cSld>
  <p:clrMapOvr>
    <a:masterClrMapping/>
  </p:clrMapOvr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Enough! Where is the Princess?</a:t>
            </a:r>
          </a:p>
        </p:txBody>
      </p:sp>
    </p:spTree>
  </p:cSld>
  <p:clrMapOvr>
    <a:masterClrMapping/>
  </p:clrMapOvr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now! Don't shout, my good man.</a:t>
            </a:r>
          </a:p>
        </p:txBody>
      </p:sp>
    </p:spTree>
  </p:cSld>
  <p:clrMapOvr>
    <a:masterClrMapping/>
  </p:clrMapOvr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Mine is delicate, nerve-racking work. I cannot bear being barked at.</a:t>
            </a:r>
          </a:p>
        </p:txBody>
      </p:sp>
    </p:spTree>
  </p:cSld>
  <p:clrMapOvr>
    <a:masterClrMapping/>
  </p:clrMapOvr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strike you dead and never answer for it!</a:t>
            </a:r>
          </a:p>
        </p:txBody>
      </p:sp>
    </p:spTree>
  </p:cSld>
  <p:clrMapOvr>
    <a:masterClrMapping/>
  </p:clrMapOvr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 the King.</a:t>
            </a:r>
          </a:p>
        </p:txBody>
      </p:sp>
    </p:spTree>
  </p:cSld>
  <p:clrMapOvr>
    <a:masterClrMapping/>
  </p:clrMapOvr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Forgive me, Your Majesty.</a:t>
            </a:r>
          </a:p>
        </p:txBody>
      </p:sp>
    </p:spTree>
  </p:cSld>
  <p:clrMapOvr>
    <a:masterClrMapping/>
  </p:clrMapOvr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is my daughter?</a:t>
            </a:r>
          </a:p>
        </p:txBody>
      </p:sp>
    </p:spTree>
  </p:cSld>
  <p:clrMapOvr>
    <a:masterClrMapping/>
  </p:clrMapOvr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 Highness is graciously seated by the hearth in our room,</a:t>
            </a:r>
          </a:p>
        </p:txBody>
      </p:sp>
    </p:spTree>
  </p:cSld>
  <p:clrMapOvr>
    <a:masterClrMapping/>
  </p:clrMapOvr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staring into the embers all alone.</a:t>
            </a:r>
          </a:p>
        </p:txBody>
      </p:sp>
    </p:spTree>
  </p:cSld>
  <p:clrMapOvr>
    <a:masterClrMapping/>
  </p:clrMapOvr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Take me to her.</a:t>
            </a:r>
          </a:p>
        </p:txBody>
      </p:sp>
    </p:spTree>
  </p:cSld>
  <p:clrMapOvr>
    <a:masterClrMapping/>
  </p:clrMapOvr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once, Your Majesty. This way, please.</a:t>
            </a:r>
          </a:p>
        </p:txBody>
      </p:sp>
    </p:spTree>
  </p:cSld>
  <p:clrMapOvr>
    <a:masterClrMapping/>
  </p:clrMapOvr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take you there, Your Majesty, and you'll give me a certificate.</a:t>
            </a:r>
          </a:p>
        </p:txBody>
      </p:sp>
    </p:spTree>
  </p:cSld>
  <p:clrMapOvr>
    <a:masterClrMapping/>
  </p:clrMapOvr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Saying I taught the royal daughter the noble art of hunting. Agreed?</a:t>
            </a:r>
          </a:p>
        </p:txBody>
      </p:sp>
    </p:spTree>
  </p:cSld>
  <p:clrMapOvr>
    <a:masterClrMapping/>
  </p:clrMapOvr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Later, later.</a:t>
            </a:r>
          </a:p>
        </p:txBody>
      </p:sp>
    </p:spTree>
  </p:cSld>
  <p:clrMapOvr>
    <a:masterClrMapping/>
  </p:clrMapOvr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you.</a:t>
            </a:r>
          </a:p>
        </p:txBody>
      </p:sp>
    </p:spTree>
  </p:cSld>
  <p:clrMapOvr>
    <a:masterClrMapping/>
  </p:clrMapOvr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it. The shooting will start any moment.</a:t>
            </a:r>
          </a:p>
        </p:txBody>
      </p:sp>
    </p:spTree>
  </p:cSld>
  <p:clrMapOvr>
    <a:masterClrMapping/>
  </p:clrMapOvr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Shooting?</a:t>
            </a:r>
          </a:p>
        </p:txBody>
      </p:sp>
    </p:spTree>
  </p:cSld>
  <p:clrMapOvr>
    <a:masterClrMapping/>
  </p:clrMapOvr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swore she'd shoot anyone who followed her!</a:t>
            </a:r>
          </a:p>
        </p:txBody>
      </p:sp>
    </p:spTree>
  </p:cSld>
  <p:clrMapOvr>
    <a:masterClrMapping/>
  </p:clrMapOvr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won't shoot her own father.</a:t>
            </a:r>
          </a:p>
        </p:txBody>
      </p:sp>
    </p:spTree>
  </p:cSld>
  <p:clrMapOvr>
    <a:masterClrMapping/>
  </p:clrMapOvr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Won't she? Of course she will! I know her kind.</a:t>
            </a:r>
          </a:p>
        </p:txBody>
      </p:sp>
    </p:spTree>
  </p:cSld>
  <p:clrMapOvr>
    <a:masterClrMapping/>
  </p:clrMapOvr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She'd sacrifice her own father to keep her word.</a:t>
            </a:r>
          </a:p>
        </p:txBody>
      </p:sp>
    </p:spTree>
  </p:cSld>
  <p:clrMapOvr>
    <a:masterClrMapping/>
  </p:clrMapOvr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Quiet!</a:t>
            </a:r>
          </a:p>
        </p:txBody>
      </p:sp>
    </p:spTree>
  </p:cSld>
  <p:clrMapOvr>
    <a:masterClrMapping/>
  </p:clrMapOvr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What?!</a:t>
            </a:r>
          </a:p>
        </p:txBody>
      </p:sp>
    </p:spTree>
  </p:cSld>
  <p:clrMapOvr>
    <a:masterClrMapping/>
  </p:clrMapOvr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His Majesty is returning, and he is furious!  STOP</a:t>
            </a:r>
          </a:p>
        </p:txBody>
      </p:sp>
    </p:spTree>
  </p:cSld>
  <p:clrMapOvr>
    <a:masterClrMapping/>
  </p:clrMapOvr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He'll start executing people again... and I already have a cold!</a:t>
            </a:r>
          </a:p>
        </p:txBody>
      </p:sp>
    </p:spTree>
  </p:cSld>
  <p:clrMapOvr>
    <a:masterClrMapping/>
  </p:clrMapOvr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overcome with grief.</a:t>
            </a:r>
          </a:p>
        </p:txBody>
      </p:sp>
    </p:spTree>
  </p:cSld>
  <p:clrMapOvr>
    <a:masterClrMapping/>
  </p:clrMapOvr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is no profession more hazardous than court service.</a:t>
            </a:r>
          </a:p>
        </p:txBody>
      </p:sp>
    </p:spTree>
  </p:cSld>
  <p:clrMapOvr>
    <a:masterClrMapping/>
  </p:clrMapOvr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overcome with grief.</a:t>
            </a:r>
          </a:p>
        </p:txBody>
      </p:sp>
    </p:spTree>
  </p:cSld>
  <p:clrMapOvr>
    <a:masterClrMapping/>
  </p:clrMapOvr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hazard pay, incidentally, is extra!</a:t>
            </a:r>
          </a:p>
        </p:txBody>
      </p:sp>
    </p:spTree>
  </p:cSld>
  <p:clrMapOvr>
    <a:masterClrMapping/>
  </p:clrMapOvr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is sitting alone by the fire. My poor, unhappy child. Alone.</a:t>
            </a:r>
          </a:p>
        </p:txBody>
      </p:sp>
    </p:spTree>
  </p:cSld>
  <p:clrMapOvr>
    <a:masterClrMapping/>
  </p:clrMapOvr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am I to do?</a:t>
            </a:r>
          </a:p>
        </p:txBody>
      </p:sp>
    </p:spTree>
  </p:cSld>
  <p:clrMapOvr>
    <a:masterClrMapping/>
  </p:clrMapOvr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raised her, protected her, and now, all at once, I cannot help her.</a:t>
            </a:r>
          </a:p>
        </p:txBody>
      </p:sp>
    </p:spTree>
  </p:cSld>
  <p:clrMapOvr>
    <a:masterClrMapping/>
  </p:clrMapOvr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is a world away from me.</a:t>
            </a:r>
          </a:p>
        </p:txBody>
      </p:sp>
    </p:spTree>
  </p:cSld>
  <p:clrMapOvr>
    <a:masterClrMapping/>
  </p:clrMapOvr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Enough. Go and ask whether there is anything you can do for her—</a:t>
            </a:r>
          </a:p>
        </p:txBody>
      </p:sp>
    </p:spTree>
  </p:cSld>
  <p:clrMapOvr>
    <a:masterClrMapping/>
  </p:clrMapOvr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anything at all.</a:t>
            </a:r>
          </a:p>
        </p:txBody>
      </p:sp>
    </p:spTree>
  </p:cSld>
  <p:clrMapOvr>
    <a:masterClrMapping/>
  </p:clrMapOvr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on.</a:t>
            </a:r>
          </a:p>
        </p:txBody>
      </p:sp>
    </p:spTree>
  </p:cSld>
  <p:clrMapOvr>
    <a:masterClrMapping/>
  </p:clrMapOvr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she'll start shooting.</a:t>
            </a:r>
          </a:p>
        </p:txBody>
      </p:sp>
    </p:spTree>
  </p:cSld>
  <p:clrMapOvr>
    <a:masterClrMapping/>
  </p:clrMapOvr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Then she will. So what?
— What?</a:t>
            </a:r>
          </a:p>
        </p:txBody>
      </p:sp>
    </p:spTree>
  </p:cSld>
  <p:clrMapOvr>
    <a:masterClrMapping/>
  </p:clrMapOvr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condemned already in any case. Oh God, my little girl!</a:t>
            </a:r>
          </a:p>
        </p:txBody>
      </p:sp>
    </p:spTree>
  </p:cSld>
  <p:clrMapOvr>
    <a:masterClrMapping/>
  </p:clrMapOvr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passionate, wounded young woman, sitting by the fire...</a:t>
            </a:r>
          </a:p>
        </p:txBody>
      </p:sp>
    </p:spTree>
  </p:cSld>
  <p:clrMapOvr>
    <a:masterClrMapping/>
  </p:clrMapOvr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Enough! Go and ask what he did to her. What am I to do with him?</a:t>
            </a:r>
          </a:p>
        </p:txBody>
      </p:sp>
    </p:spTree>
  </p:cSld>
  <p:clrMapOvr>
    <a:masterClrMapping/>
  </p:clrMapOvr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Talk to him?</a:t>
            </a:r>
          </a:p>
        </p:txBody>
      </p:sp>
    </p:spTree>
  </p:cSld>
  <p:clrMapOvr>
    <a:masterClrMapping/>
  </p:clrMapOvr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talk to him. Execute him? I will. Pardon him? Hardly. Enough!</a:t>
            </a:r>
          </a:p>
        </p:txBody>
      </p:sp>
    </p:spTree>
  </p:cSld>
  <p:clrMapOvr>
    <a:masterClrMapping/>
  </p:clrMapOvr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Go!</a:t>
            </a:r>
          </a:p>
        </p:txBody>
      </p:sp>
    </p:spTree>
  </p:cSld>
  <p:clrMapOvr>
    <a:masterClrMapping/>
  </p:clrMapOvr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Allow me to go.</a:t>
            </a:r>
          </a:p>
        </p:txBody>
      </p:sp>
    </p:spTree>
  </p:cSld>
  <p:clrMapOvr>
    <a:masterClrMapping/>
  </p:clrMapOvr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will not. It must be one of our own.</a:t>
            </a:r>
          </a:p>
        </p:txBody>
      </p:sp>
    </p:spTree>
  </p:cSld>
  <p:clrMapOvr>
    <a:masterClrMapping/>
  </p:clrMapOvr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But, Your Majesty,</a:t>
            </a:r>
          </a:p>
        </p:txBody>
      </p:sp>
    </p:spTree>
  </p:cSld>
  <p:clrMapOvr>
    <a:masterClrMapping/>
  </p:clrMapOvr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times like this, those close to us are worse than strangers.</a:t>
            </a:r>
          </a:p>
        </p:txBody>
      </p:sp>
    </p:spTree>
  </p:cSld>
  <p:clrMapOvr>
    <a:masterClrMapping/>
  </p:clrMapOvr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stranger can be closer at times like this.</a:t>
            </a:r>
          </a:p>
        </p:txBody>
      </p:sp>
    </p:spTree>
  </p:cSld>
  <p:clrMapOvr>
    <a:masterClrMapping/>
  </p:clrMapOvr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 true. But I will not revoke my order.</a:t>
            </a:r>
          </a:p>
        </p:txBody>
      </p:sp>
    </p:spTree>
  </p:cSld>
  <p:clrMapOvr>
    <a:masterClrMapping/>
  </p:clrMapOvr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EMILIA and the FIRST MINISTER. Why?</a:t>
            </a:r>
          </a:p>
        </p:txBody>
      </p:sp>
    </p:spTree>
  </p:cSld>
  <p:clrMapOvr>
    <a:masterClrMapping/>
  </p:clrMapOvr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Why, why? Because he's a tyrant!</a:t>
            </a:r>
          </a:p>
        </p:txBody>
      </p:sp>
    </p:spTree>
  </p:cSld>
  <p:clrMapOvr>
    <a:masterClrMapping/>
  </p:clrMapOvr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devoted aunt in me has awakened.</a:t>
            </a:r>
          </a:p>
        </p:txBody>
      </p:sp>
    </p:spTree>
  </p:cSld>
  <p:clrMapOvr>
    <a:masterClrMapping/>
  </p:clrMapOvr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you hopeless fool. Now, bring me a hat! Paper! We'll draw lots.</a:t>
            </a:r>
          </a:p>
        </p:txBody>
      </p:sp>
    </p:spTree>
  </p:cSld>
  <p:clrMapOvr>
    <a:masterClrMapping/>
  </p:clrMapOvr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Whoever draws the slip with a cross will go to the Princess.</a:t>
            </a:r>
          </a:p>
        </p:txBody>
      </p:sp>
    </p:spTree>
  </p:cSld>
  <p:clrMapOvr>
    <a:masterClrMapping/>
  </p:clrMapOvr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Allow me to go, Your Majesty, without any crosses.</a:t>
            </a:r>
          </a:p>
        </p:txBody>
      </p:sp>
    </p:spTree>
  </p:cSld>
  <p:clrMapOvr>
    <a:masterClrMapping/>
  </p:clrMapOvr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have something to say to the Princess.</a:t>
            </a:r>
          </a:p>
        </p:txBody>
      </p:sp>
    </p:spTree>
  </p:cSld>
  <p:clrMapOvr>
    <a:masterClrMapping/>
  </p:clrMapOvr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Permission denied. I've got the bit between my teeth.</a:t>
            </a:r>
          </a:p>
        </p:txBody>
      </p:sp>
    </p:spTree>
  </p:cSld>
  <p:clrMapOvr>
    <a:masterClrMapping/>
  </p:clrMapOvr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Am I the King or not?</a:t>
            </a:r>
          </a:p>
        </p:txBody>
      </p:sp>
    </p:spTree>
  </p:cSld>
  <p:clrMapOvr>
    <a:masterClrMapping/>
  </p:clrMapOvr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Draw lots. First Minister, you go first.</a:t>
            </a:r>
          </a:p>
        </p:txBody>
      </p:sp>
    </p:spTree>
  </p:cSld>
  <p:clrMapOvr>
    <a:masterClrMapping/>
  </p:clrMapOvr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Alas, Sire.</a:t>
            </a:r>
          </a:p>
        </p:txBody>
      </p:sp>
    </p:spTree>
  </p:cSld>
  <p:clrMapOvr>
    <a:masterClrMapping/>
  </p:clrMapOvr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God!</a:t>
            </a:r>
          </a:p>
        </p:txBody>
      </p:sp>
    </p:spTree>
  </p:cSld>
  <p:clrMapOvr>
    <a:masterClrMapping/>
  </p:clrMapOvr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is no cross on the paper.</a:t>
            </a:r>
          </a:p>
        </p:txBody>
      </p:sp>
    </p:spTree>
  </p:cSld>
  <p:clrMapOvr>
    <a:masterClrMapping/>
  </p:clrMapOvr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why did you cry 'alas,' you fool?</a:t>
            </a:r>
          </a:p>
        </p:txBody>
      </p:sp>
    </p:spTree>
  </p:cSld>
  <p:clrMapOvr>
    <a:masterClrMapping/>
  </p:clrMapOvr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Quiet! Your turn, madam.</a:t>
            </a:r>
          </a:p>
        </p:txBody>
      </p:sp>
    </p:spTree>
  </p:cSld>
  <p:clrMapOvr>
    <a:masterClrMapping/>
  </p:clrMapOvr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to go, Sire.</a:t>
            </a:r>
          </a:p>
        </p:txBody>
      </p:sp>
    </p:spTree>
  </p:cSld>
  <p:clrMapOvr>
    <a:masterClrMapping/>
  </p:clrMapOvr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Our heartfelt congratulations! God rest your soul.</a:t>
            </a:r>
          </a:p>
        </p:txBody>
      </p:sp>
    </p:spTree>
  </p:cSld>
  <p:clrMapOvr>
    <a:masterClrMapping/>
  </p:clrMapOvr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Here, hand me that slip. Madam.</a:t>
            </a:r>
          </a:p>
        </p:txBody>
      </p:sp>
    </p:spTree>
  </p:cSld>
  <p:clrMapOvr>
    <a:masterClrMapping/>
  </p:clrMapOvr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Quickly! Heh-heh! You are a liar, madam. What a lot they are, eh?</a:t>
            </a:r>
          </a:p>
        </p:txBody>
      </p:sp>
    </p:spTree>
  </p:cSld>
  <p:clrMapOvr>
    <a:masterClrMapping/>
  </p:clrMapOvr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 lot! Anything to make a fool of the King. Off you go.</a:t>
            </a:r>
          </a:p>
        </p:txBody>
      </p:sp>
    </p:spTree>
  </p:cSld>
  <p:clrMapOvr>
    <a:masterClrMapping/>
  </p:clrMapOvr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where are you off to, my good man?</a:t>
            </a:r>
          </a:p>
        </p:txBody>
      </p:sp>
    </p:spTree>
  </p:cSld>
  <p:clrMapOvr>
    <a:masterClrMapping/>
  </p:clrMapOvr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Eh?
— The hat is here.</a:t>
            </a:r>
          </a:p>
        </p:txBody>
      </p:sp>
    </p:spTree>
  </p:cSld>
  <p:clrMapOvr>
    <a:masterClrMapping/>
  </p:clrMapOvr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the hat is there... And I... Ah-ha-ha-ha-ha-ha...</a:t>
            </a:r>
          </a:p>
        </p:txBody>
      </p:sp>
    </p:spTree>
  </p:cSld>
  <p:clrMapOvr>
    <a:masterClrMapping/>
  </p:clrMapOvr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is, I meant to say: alas... Alas, Sire!</a:t>
            </a:r>
          </a:p>
        </p:txBody>
      </p:sp>
    </p:spTree>
  </p:cSld>
  <p:clrMapOvr>
    <a:masterClrMapping/>
  </p:clrMapOvr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I drop dead on this very spot, but I see no cross here.</a:t>
            </a:r>
          </a:p>
        </p:txBody>
      </p:sp>
    </p:spTree>
  </p:cSld>
  <p:clrMapOvr>
    <a:masterClrMapping/>
  </p:clrMapOvr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 dear, what a... pity. Next!</a:t>
            </a:r>
          </a:p>
        </p:txBody>
      </p:sp>
    </p:spTree>
  </p:cSld>
  <p:clrMapOvr>
    <a:masterClrMapping/>
  </p:clrMapOvr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Here, give it to me!</a:t>
            </a:r>
          </a:p>
        </p:txBody>
      </p:sp>
    </p:spTree>
  </p:cSld>
  <p:clrMapOvr>
    <a:masterClrMapping/>
  </p:clrMapOvr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Eh? — The slip, quickly! Ah, ha-ha-ha! No cross!</a:t>
            </a:r>
          </a:p>
        </p:txBody>
      </p:sp>
    </p:spTree>
  </p:cSld>
  <p:clrMapOvr>
    <a:masterClrMapping/>
  </p:clrMapOvr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Eh? What's this?</a:t>
            </a:r>
          </a:p>
        </p:txBody>
      </p:sp>
    </p:spTree>
  </p:cSld>
  <p:clrMapOvr>
    <a:masterClrMapping/>
  </p:clrMapOvr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What? You call that a cross?
— What is it, then?</a:t>
            </a:r>
          </a:p>
        </p:txBody>
      </p:sp>
    </p:spTree>
  </p:cSld>
  <p:clrMapOvr>
    <a:masterClrMapping/>
  </p:clrMapOvr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can that be a cross? It's... it's...</a:t>
            </a:r>
          </a:p>
        </p:txBody>
      </p:sp>
    </p:spTree>
  </p:cSld>
  <p:clrMapOvr>
    <a:masterClrMapping/>
  </p:clrMapOvr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It's...?
— It's more like the letter X.</a:t>
            </a:r>
          </a:p>
        </p:txBody>
      </p:sp>
    </p:spTree>
  </p:cSld>
  <p:clrMapOvr>
    <a:masterClrMapping/>
  </p:clrMapOvr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cross. Go!</a:t>
            </a:r>
          </a:p>
        </p:txBody>
      </p:sp>
    </p:spTree>
  </p:cSld>
  <p:clrMapOvr>
    <a:masterClrMapping/>
  </p:clrMapOvr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People, come to your senses! Who are you? Where are you?</a:t>
            </a:r>
          </a:p>
        </p:txBody>
      </p:sp>
    </p:spTree>
  </p:cSld>
  <p:clrMapOvr>
    <a:masterClrMapping/>
  </p:clrMapOvr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Have you forgotten your rank? Your station?</a:t>
            </a:r>
          </a:p>
        </p:txBody>
      </p:sp>
    </p:spTree>
  </p:cSld>
  <p:clrMapOvr>
    <a:masterClrMapping/>
  </p:clrMapOvr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Galloping into the mountains over those infernal bridges!</a:t>
            </a:r>
          </a:p>
        </p:txBody>
      </p:sp>
    </p:spTree>
  </p:cSld>
  <p:clrMapOvr>
    <a:masterClrMapping/>
  </p:clrMapOvr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Along goat tracks! Mother! And all for what?!</a:t>
            </a:r>
          </a:p>
        </p:txBody>
      </p:sp>
    </p:spTree>
  </p:cSld>
  <p:clrMapOvr>
    <a:masterClrMapping/>
  </p:clrMapOvr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love.</a:t>
            </a:r>
          </a:p>
        </p:txBody>
      </p:sp>
    </p:spTree>
  </p:cSld>
  <p:clrMapOvr>
    <a:masterClrMapping/>
  </p:clrMapOvr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Yes! Love!</a:t>
            </a:r>
          </a:p>
        </p:txBody>
      </p:sp>
    </p:spTree>
  </p:cSld>
  <p:clrMapOvr>
    <a:masterClrMapping/>
  </p:clrMapOvr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Yes! Love!</a:t>
            </a:r>
          </a:p>
        </p:txBody>
      </p:sp>
    </p:spTree>
  </p:cSld>
  <p:clrMapOvr>
    <a:masterClrMapping/>
  </p:clrMapOvr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are you saying? Love?! What love? There is no such thing!</a:t>
            </a:r>
          </a:p>
        </p:txBody>
      </p:sp>
    </p:spTree>
  </p:cSld>
  <p:clrMapOvr>
    <a:masterClrMapping/>
  </p:clrMapOvr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is. There is.</a:t>
            </a:r>
          </a:p>
        </p:txBody>
      </p:sp>
    </p:spTree>
  </p:cSld>
  <p:clrMapOvr>
    <a:masterClrMapping/>
  </p:clrMapOvr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There, you see?</a:t>
            </a:r>
          </a:p>
        </p:txBody>
      </p:sp>
    </p:spTree>
  </p:cSld>
  <p:clrMapOvr>
    <a:masterClrMapping/>
  </p:clrMapOvr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man of commerce, with a business of his own!</a:t>
            </a:r>
          </a:p>
        </p:txBody>
      </p:sp>
    </p:spTree>
  </p:cSld>
  <p:clrMapOvr>
    <a:masterClrMapping/>
  </p:clrMapOvr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would you pretend?</a:t>
            </a:r>
          </a:p>
        </p:txBody>
      </p:sp>
    </p:spTree>
  </p:cSld>
  <p:clrMapOvr>
    <a:masterClrMapping/>
  </p:clrMapOvr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yet, my friends, love exists.</a:t>
            </a:r>
          </a:p>
        </p:txBody>
      </p:sp>
    </p:spTree>
  </p:cSld>
  <p:clrMapOvr>
    <a:masterClrMapping/>
  </p:clrMapOvr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there is no love... There simply isn't!</a:t>
            </a:r>
          </a:p>
        </p:txBody>
      </p:sp>
    </p:spTree>
  </p:cSld>
  <p:clrMapOvr>
    <a:masterClrMapping/>
  </p:clrMapOvr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trust people—I know them far too well.</a:t>
            </a:r>
          </a:p>
        </p:txBody>
      </p:sp>
    </p:spTree>
  </p:cSld>
  <p:clrMapOvr>
    <a:masterClrMapping/>
  </p:clrMapOvr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have never fallen in love myself; therefore,</a:t>
            </a:r>
          </a:p>
        </p:txBody>
      </p:sp>
    </p:spTree>
  </p:cSld>
  <p:clrMapOvr>
    <a:masterClrMapping/>
  </p:clrMapOvr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love does not exist!</a:t>
            </a:r>
          </a:p>
        </p:txBody>
      </p:sp>
    </p:spTree>
  </p:cSld>
  <p:clrMapOvr>
    <a:masterClrMapping/>
  </p:clrMapOvr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 invented by all those noble sufferers: wandering singers</a:t>
            </a:r>
          </a:p>
        </p:txBody>
      </p:sp>
    </p:spTree>
  </p:cSld>
  <p:clrMapOvr>
    <a:masterClrMapping/>
  </p:clrMapOvr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penniless musicians.</a:t>
            </a:r>
          </a:p>
        </p:txBody>
      </p:sp>
    </p:spTree>
  </p:cSld>
  <p:clrMapOvr>
    <a:masterClrMapping/>
  </p:clrMapOvr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the troubadours began to sing of love,</a:t>
            </a:r>
          </a:p>
        </p:txBody>
      </p:sp>
    </p:spTree>
  </p:cSld>
  <p:clrMapOvr>
    <a:masterClrMapping/>
  </p:clrMapOvr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minstrels howled their songs of love.</a:t>
            </a:r>
          </a:p>
        </p:txBody>
      </p:sp>
    </p:spTree>
  </p:cSld>
  <p:clrMapOvr>
    <a:masterClrMapping/>
  </p:clrMapOvr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the foolish women clapped in rapture,</a:t>
            </a:r>
          </a:p>
        </p:txBody>
      </p:sp>
    </p:spTree>
  </p:cSld>
  <p:clrMapOvr>
    <a:masterClrMapping/>
  </p:clrMapOvr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every fool fell swooning, one and all.</a:t>
            </a:r>
          </a:p>
        </p:txBody>
      </p:sp>
    </p:spTree>
  </p:cSld>
  <p:clrMapOvr>
    <a:masterClrMapping/>
  </p:clrMapOvr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thanks to all those strutting fops,</a:t>
            </a:r>
          </a:p>
        </p:txBody>
      </p:sp>
    </p:spTree>
  </p:cSld>
  <p:clrMapOvr>
    <a:masterClrMapping/>
  </p:clrMapOvr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to die in the flower of my youth, all because of raging</a:t>
            </a:r>
          </a:p>
        </p:txBody>
      </p:sp>
    </p:spTree>
  </p:cSld>
  <p:clrMapOvr>
    <a:masterClrMapping/>
  </p:clrMapOvr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hormones that aren't even mine.</a:t>
            </a:r>
          </a:p>
        </p:txBody>
      </p:sp>
    </p:spTree>
  </p:cSld>
  <p:clrMapOvr>
    <a:masterClrMapping/>
  </p:clrMapOvr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might be bearable if they were mine.</a:t>
            </a:r>
          </a:p>
        </p:txBody>
      </p:sp>
    </p:spTree>
  </p:cSld>
  <p:clrMapOvr>
    <a:masterClrMapping/>
  </p:clrMapOvr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they were mine!</a:t>
            </a:r>
          </a:p>
        </p:txBody>
      </p:sp>
    </p:spTree>
  </p:cSld>
  <p:clrMapOvr>
    <a:masterClrMapping/>
  </p:clrMapOvr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CHORUS But surely there are other ways to settle this in peace:</a:t>
            </a:r>
          </a:p>
        </p:txBody>
      </p:sp>
    </p:spTree>
  </p:cSld>
  <p:clrMapOvr>
    <a:masterClrMapping/>
  </p:clrMapOvr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Make her take valerian! If she refuses, force her.</a:t>
            </a:r>
          </a:p>
        </p:txBody>
      </p:sp>
    </p:spTree>
  </p:cSld>
  <p:clrMapOvr>
    <a:masterClrMapping/>
  </p:clrMapOvr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if, despite it all, Love has driven someone mad,</a:t>
            </a:r>
          </a:p>
        </p:txBody>
      </p:sp>
    </p:spTree>
  </p:cSld>
  <p:clrMapOvr>
    <a:masterClrMapping/>
  </p:clrMapOvr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let Love shoot herself right there and then.</a:t>
            </a:r>
          </a:p>
        </p:txBody>
      </p:sp>
    </p:spTree>
  </p:cSld>
  <p:clrMapOvr>
    <a:masterClrMapping/>
  </p:clrMapOvr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Herself—let her shoot herself.</a:t>
            </a:r>
          </a:p>
        </p:txBody>
      </p:sp>
    </p:spTree>
  </p:cSld>
  <p:clrMapOvr>
    <a:masterClrMapping/>
  </p:clrMapOvr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Herself—let her shoot herself. Let her do it herself!</a:t>
            </a:r>
          </a:p>
        </p:txBody>
      </p:sp>
    </p:spTree>
  </p:cSld>
  <p:clrMapOvr>
    <a:masterClrMapping/>
  </p:clrMapOvr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Shoot herself...</a:t>
            </a:r>
          </a:p>
        </p:txBody>
      </p:sp>
    </p:spTree>
  </p:cSld>
  <p:clrMapOvr>
    <a:masterClrMapping/>
  </p:clrMapOvr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right, all right.</a:t>
            </a:r>
          </a:p>
        </p:txBody>
      </p:sp>
    </p:spTree>
  </p:cSld>
  <p:clrMapOvr>
    <a:masterClrMapping/>
  </p:clrMapOvr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condemned man has had his last word. That's enough.</a:t>
            </a:r>
          </a:p>
        </p:txBody>
      </p:sp>
    </p:spTree>
  </p:cSld>
  <p:clrMapOvr>
    <a:masterClrMapping/>
  </p:clrMapOvr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No...</a:t>
            </a:r>
          </a:p>
        </p:txBody>
      </p:sp>
    </p:spTree>
  </p:cSld>
  <p:clrMapOvr>
    <a:masterClrMapping/>
  </p:clrMapOvr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Go.</a:t>
            </a:r>
          </a:p>
        </p:txBody>
      </p:sp>
    </p:spTree>
  </p:cSld>
  <p:clrMapOvr>
    <a:masterClrMapping/>
  </p:clrMapOvr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Please don't...</a:t>
            </a:r>
          </a:p>
        </p:txBody>
      </p:sp>
    </p:spTree>
  </p:cSld>
  <p:clrMapOvr>
    <a:masterClrMapping/>
  </p:clrMapOvr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won't pardon you anyway.</a:t>
            </a:r>
          </a:p>
        </p:txBody>
      </p:sp>
    </p:spTree>
  </p:cSld>
  <p:clrMapOvr>
    <a:masterClrMapping/>
  </p:clrMapOvr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No...</a:t>
            </a:r>
          </a:p>
        </p:txBody>
      </p:sp>
    </p:spTree>
  </p:cSld>
  <p:clrMapOvr>
    <a:masterClrMapping/>
  </p:clrMapOvr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another word.</a:t>
            </a:r>
          </a:p>
        </p:txBody>
      </p:sp>
    </p:spTree>
  </p:cSld>
  <p:clrMapOvr>
    <a:masterClrMapping/>
  </p:clrMapOvr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Don't...</a:t>
            </a:r>
          </a:p>
        </p:txBody>
      </p:sp>
    </p:spTree>
  </p:cSld>
  <p:clrMapOvr>
    <a:masterClrMapping/>
  </p:clrMapOvr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kill you. Damn it. You've roused my paternal aunt in me.</a:t>
            </a:r>
          </a:p>
        </p:txBody>
      </p:sp>
    </p:spTree>
  </p:cSld>
  <p:clrMapOvr>
    <a:masterClrMapping/>
  </p:clrMapOvr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Anyone could talk that woman into anything.</a:t>
            </a:r>
          </a:p>
        </p:txBody>
      </p:sp>
    </p:spTree>
  </p:cSld>
  <p:clrMapOvr>
    <a:masterClrMapping/>
  </p:clrMapOvr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married eighteen times, not counting the passing fancies.</a:t>
            </a:r>
          </a:p>
        </p:txBody>
      </p:sp>
    </p:spTree>
  </p:cSld>
  <p:clrMapOvr>
    <a:masterClrMapping/>
  </p:clrMapOvr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Perhaps there really is no such thing as love,</a:t>
            </a:r>
          </a:p>
        </p:txBody>
      </p:sp>
    </p:spTree>
  </p:cSld>
  <p:clrMapOvr>
    <a:masterClrMapping/>
  </p:clrMapOvr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Princess merely has a sore throat, or bronchitis.</a:t>
            </a:r>
          </a:p>
        </p:txBody>
      </p:sp>
    </p:spTree>
  </p:cSld>
  <p:clrMapOvr>
    <a:masterClrMapping/>
  </p:clrMapOvr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While I sit here tormenting myself...</a:t>
            </a:r>
          </a:p>
        </p:txBody>
      </p:sp>
    </p:spTree>
  </p:cSld>
  <p:clrMapOvr>
    <a:masterClrMapping/>
  </p:clrMapOvr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Majesty...</a:t>
            </a:r>
          </a:p>
        </p:txBody>
      </p:sp>
    </p:spTree>
  </p:cSld>
  <p:clrMapOvr>
    <a:masterClrMapping/>
  </p:clrMapOvr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be quiet, madam! I remember your story:</a:t>
            </a:r>
          </a:p>
        </p:txBody>
      </p:sp>
    </p:spTree>
  </p:cSld>
  <p:clrMapOvr>
    <a:masterClrMapping/>
  </p:clrMapOvr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young man on a black horse, a still moonlit night...</a:t>
            </a:r>
          </a:p>
        </p:txBody>
      </p:sp>
    </p:spTree>
  </p:cSld>
  <p:clrMapOvr>
    <a:masterClrMapping/>
  </p:clrMapOvr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ask the young. Amanda! Do you believe in love?</a:t>
            </a:r>
          </a:p>
        </p:txBody>
      </p:sp>
    </p:spTree>
  </p:cSld>
  <p:clrMapOvr>
    <a:masterClrMapping/>
  </p:clrMapOvr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Your Majesty!</a:t>
            </a:r>
          </a:p>
        </p:txBody>
      </p:sp>
    </p:spTree>
  </p:cSld>
  <p:clrMapOvr>
    <a:masterClrMapping/>
  </p:clrMapOvr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see! And why not?</a:t>
            </a:r>
          </a:p>
        </p:txBody>
      </p:sp>
    </p:spTree>
  </p:cSld>
  <p:clrMapOvr>
    <a:masterClrMapping/>
  </p:clrMapOvr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Because. I was once in love with a man.</a:t>
            </a:r>
          </a:p>
        </p:txBody>
      </p:sp>
    </p:spTree>
  </p:cSld>
  <p:clrMapOvr>
    <a:masterClrMapping/>
  </p:clrMapOvr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turned out to be such a monster that I lost all faith in love.</a:t>
            </a:r>
          </a:p>
        </p:txBody>
      </p:sp>
    </p:spTree>
  </p:cSld>
  <p:clrMapOvr>
    <a:masterClrMapping/>
  </p:clrMapOvr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I fall in love with anyone at all. It makes no difference.</a:t>
            </a:r>
          </a:p>
        </p:txBody>
      </p:sp>
    </p:spTree>
  </p:cSld>
  <p:clrMapOvr>
    <a:masterClrMapping/>
  </p:clrMapOvr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do you say, Orinthia?</a:t>
            </a:r>
          </a:p>
        </p:txBody>
      </p:sp>
    </p:spTree>
  </p:cSld>
  <p:clrMapOvr>
    <a:masterClrMapping/>
  </p:clrMapOvr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Whatever you wish, Your Majesty.</a:t>
            </a:r>
          </a:p>
        </p:txBody>
      </p:sp>
    </p:spTree>
  </p:cSld>
  <p:clrMapOvr>
    <a:masterClrMapping/>
  </p:clrMapOvr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Just this: does love exist?
— It does, if you wish it.</a:t>
            </a:r>
          </a:p>
        </p:txBody>
      </p:sp>
    </p:spTree>
  </p:cSld>
  <p:clrMapOvr>
    <a:masterClrMapping/>
  </p:clrMapOvr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Or does it not?
— It does not, if you wish it.</a:t>
            </a:r>
          </a:p>
        </p:txBody>
      </p:sp>
    </p:spTree>
  </p:cSld>
  <p:clrMapOvr>
    <a:masterClrMapping/>
  </p:clrMapOvr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is a merry little madness that always ends in nothing!</a:t>
            </a:r>
          </a:p>
        </p:txBody>
      </p:sp>
    </p:spTree>
  </p:cSld>
  <p:clrMapOvr>
    <a:masterClrMapping/>
  </p:clrMapOvr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There! There's your nothing.</a:t>
            </a:r>
          </a:p>
        </p:txBody>
      </p:sp>
    </p:spTree>
  </p:cSld>
  <p:clrMapOvr>
    <a:masterClrMapping/>
  </p:clrMapOvr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he rest in peace.</a:t>
            </a:r>
          </a:p>
        </p:txBody>
      </p:sp>
    </p:spTree>
  </p:cSld>
  <p:clrMapOvr>
    <a:masterClrMapping/>
  </p:clrMapOvr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perhaps he—that is, she—missed?!</a:t>
            </a:r>
          </a:p>
        </p:txBody>
      </p:sp>
    </p:spTree>
  </p:cSld>
  <p:clrMapOvr>
    <a:masterClrMapping/>
  </p:clrMapOvr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dare you! My pupil—miss?!</a:t>
            </a:r>
          </a:p>
        </p:txBody>
      </p:sp>
    </p:spTree>
  </p:cSld>
  <p:clrMapOvr>
    <a:masterClrMapping/>
  </p:clrMapOvr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did she ever learn, anyway?... She missed. Ha-ha-ha!</a:t>
            </a:r>
          </a:p>
        </p:txBody>
      </p:sp>
    </p:spTree>
  </p:cSld>
  <p:clrMapOvr>
    <a:masterClrMapping/>
  </p:clrMapOvr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is this? Why are you still alive, you scoundrel?!</a:t>
            </a:r>
          </a:p>
        </p:txBody>
      </p:sp>
    </p:spTree>
  </p:cSld>
  <p:clrMapOvr>
    <a:masterClrMapping/>
  </p:clrMapOvr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fired the shot.</a:t>
            </a:r>
          </a:p>
        </p:txBody>
      </p:sp>
    </p:spTree>
  </p:cSld>
  <p:clrMapOvr>
    <a:masterClrMapping/>
  </p:clrMapOvr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You?
— Me.</a:t>
            </a:r>
          </a:p>
        </p:txBody>
      </p:sp>
    </p:spTree>
  </p:cSld>
  <p:clrMapOvr>
    <a:masterClrMapping/>
  </p:clrMapOvr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At whom? — At whom? The Princess. She's alive, quite alive.</a:t>
            </a:r>
          </a:p>
        </p:txBody>
      </p:sp>
    </p:spTree>
  </p:cSld>
  <p:clrMapOvr>
    <a:masterClrMapping/>
  </p:clrMapOvr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worry.</a:t>
            </a:r>
          </a:p>
        </p:txBody>
      </p:sp>
    </p:spTree>
  </p:cSld>
  <p:clrMapOvr>
    <a:masterClrMapping/>
  </p:clrMapOvr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Right. Hey, you there!</a:t>
            </a:r>
          </a:p>
        </p:txBody>
      </p:sp>
    </p:spTree>
  </p:cSld>
  <p:clrMapOvr>
    <a:masterClrMapping/>
  </p:clrMapOvr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block, the executioner, and a glass of vodka!</a:t>
            </a:r>
          </a:p>
        </p:txBody>
      </p:sp>
    </p:spTree>
  </p:cSld>
  <p:clrMapOvr>
    <a:masterClrMapping/>
  </p:clrMapOvr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vodka is for me. The rest is for him.</a:t>
            </a:r>
          </a:p>
        </p:txBody>
      </p:sp>
    </p:spTree>
  </p:cSld>
  <p:clrMapOvr>
    <a:masterClrMapping/>
  </p:clrMapOvr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so fast, my good man.</a:t>
            </a:r>
          </a:p>
        </p:txBody>
      </p:sp>
    </p:spTree>
  </p:cSld>
  <p:clrMapOvr>
    <a:masterClrMapping/>
  </p:clrMapOvr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What? Are you speaking to me?</a:t>
            </a:r>
          </a:p>
        </p:txBody>
      </p:sp>
    </p:spTree>
  </p:cSld>
  <p:clrMapOvr>
    <a:masterClrMapping/>
  </p:clrMapOvr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you, old man. Old man... You see, the Princess is my bride.</a:t>
            </a:r>
          </a:p>
        </p:txBody>
      </p:sp>
    </p:spTree>
  </p:cSld>
  <p:clrMapOvr>
    <a:masterClrMapping/>
  </p:clrMapOvr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Beat the drums. Sound the trumpets.</a:t>
            </a:r>
          </a:p>
        </p:txBody>
      </p:sp>
    </p:spTree>
  </p:cSld>
  <p:clrMapOvr>
    <a:masterClrMapping/>
  </p:clrMapOvr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Has he gone mad?
— If only.</a:t>
            </a:r>
          </a:p>
        </p:txBody>
      </p:sp>
    </p:spTree>
  </p:cSld>
  <p:clrMapOvr>
    <a:masterClrMapping/>
  </p:clrMapOvr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Right. Tell it properly, or I'll kill you.</a:t>
            </a:r>
          </a:p>
        </p:txBody>
      </p:sp>
    </p:spTree>
  </p:cSld>
  <p:clrMapOvr>
    <a:masterClrMapping/>
  </p:clrMapOvr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pleasure! I love telling stories that end well!</a:t>
            </a:r>
          </a:p>
        </p:txBody>
      </p:sp>
    </p:spTree>
  </p:cSld>
  <p:clrMapOvr>
    <a:masterClrMapping/>
  </p:clrMapOvr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went to see the maiden. Cracked the door and thought: she'll kill me!</a:t>
            </a:r>
          </a:p>
        </p:txBody>
      </p:sp>
    </p:spTree>
  </p:cSld>
  <p:clrMapOvr>
    <a:masterClrMapping/>
  </p:clrMapOvr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longed to die—as anyone here would do!</a:t>
            </a:r>
          </a:p>
        </p:txBody>
      </p:sp>
    </p:spTree>
  </p:cSld>
  <p:clrMapOvr>
    <a:masterClrMapping/>
  </p:clrMapOvr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went to see the maiden, walking deep in thought.</a:t>
            </a:r>
          </a:p>
        </p:txBody>
      </p:sp>
    </p:spTree>
  </p:cSld>
  <p:clrMapOvr>
    <a:masterClrMapping/>
  </p:clrMapOvr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walked and thought: my hour of death has come.</a:t>
            </a:r>
          </a:p>
        </p:txBody>
      </p:sp>
    </p:spTree>
  </p:cSld>
  <p:clrMapOvr>
    <a:masterClrMapping/>
  </p:clrMapOvr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oh, how I wanted, how I wanted to live, how I</a:t>
            </a:r>
          </a:p>
        </p:txBody>
      </p:sp>
    </p:spTree>
  </p:cSld>
  <p:clrMapOvr>
    <a:masterClrMapping/>
  </p:clrMapOvr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wanted to live, as each and every one of you.</a:t>
            </a:r>
          </a:p>
        </p:txBody>
      </p:sp>
    </p:spTree>
  </p:cSld>
  <p:clrMapOvr>
    <a:masterClrMapping/>
  </p:clrMapOvr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turned at the creaking of the door, and then...</a:t>
            </a:r>
          </a:p>
        </p:txBody>
      </p:sp>
    </p:spTree>
  </p:cSld>
  <p:clrMapOvr>
    <a:masterClrMapping/>
  </p:clrMapOvr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drew my pistol.</a:t>
            </a:r>
          </a:p>
        </p:txBody>
      </p:sp>
    </p:spTree>
  </p:cSld>
  <p:clrMapOvr>
    <a:masterClrMapping/>
  </p:clrMapOvr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else could I do? I fired at the Princess!</a:t>
            </a:r>
          </a:p>
        </p:txBody>
      </p:sp>
    </p:spTree>
  </p:cSld>
  <p:clrMapOvr>
    <a:masterClrMapping/>
  </p:clrMapOvr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fired at the maiden,</a:t>
            </a:r>
          </a:p>
        </p:txBody>
      </p:sp>
    </p:spTree>
  </p:cSld>
  <p:clrMapOvr>
    <a:masterClrMapping/>
  </p:clrMapOvr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fired at the lovely girl—compelled by circumstance, not malice.</a:t>
            </a:r>
          </a:p>
        </p:txBody>
      </p:sp>
    </p:spTree>
  </p:cSld>
  <p:clrMapOvr>
    <a:masterClrMapping/>
  </p:clrMapOvr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neither cried nor even noticed, but in a tender voice she said:</a:t>
            </a:r>
          </a:p>
        </p:txBody>
      </p:sp>
    </p:spTree>
  </p:cSld>
  <p:clrMapOvr>
    <a:masterClrMapping/>
  </p:clrMapOvr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‘I have sworn,’ she said, ‘to marry the first man I meet.’</a:t>
            </a:r>
          </a:p>
        </p:txBody>
      </p:sp>
    </p:spTree>
  </p:cSld>
  <p:clrMapOvr>
    <a:masterClrMapping/>
  </p:clrMapOvr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Wait—then what does that make me? Am I to be your bridegroom?</a:t>
            </a:r>
          </a:p>
        </p:txBody>
      </p:sp>
    </p:spTree>
  </p:cSld>
  <p:clrMapOvr>
    <a:masterClrMapping/>
  </p:clrMapOvr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else can I do? You were the first to cross my path.</a:t>
            </a:r>
          </a:p>
        </p:txBody>
      </p:sp>
    </p:spTree>
  </p:cSld>
  <p:clrMapOvr>
    <a:masterClrMapping/>
  </p:clrMapOvr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Said the maiden, said the darling: ‘You are the first man I have met.</a:t>
            </a:r>
          </a:p>
        </p:txBody>
      </p:sp>
    </p:spTree>
  </p:cSld>
  <p:clrMapOvr>
    <a:masterClrMapping/>
  </p:clrMapOvr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yours forever.’</a:t>
            </a:r>
          </a:p>
        </p:txBody>
      </p:sp>
    </p:spTree>
  </p:cSld>
  <p:clrMapOvr>
    <a:masterClrMapping/>
  </p:clrMapOvr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there, amid the smoke and flame, I kissed her blooming lips.</a:t>
            </a:r>
          </a:p>
        </p:txBody>
      </p:sp>
    </p:spTree>
  </p:cSld>
  <p:clrMapOvr>
    <a:masterClrMapping/>
  </p:clrMapOvr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 quiet. I'll kill you.</a:t>
            </a:r>
          </a:p>
        </p:txBody>
      </p:sp>
    </p:spTree>
  </p:cSld>
  <p:clrMapOvr>
    <a:masterClrMapping/>
  </p:clrMapOvr>
</p:sld>
</file>

<file path=ppt/slides/slide1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Never mind... I've already been killed once today.</a:t>
            </a:r>
          </a:p>
        </p:txBody>
      </p:sp>
    </p:spTree>
  </p:cSld>
  <p:clrMapOvr>
    <a:masterClrMapping/>
  </p:clrMapOvr>
</p:sld>
</file>

<file path=ppt/slides/slide1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what came of that?</a:t>
            </a:r>
          </a:p>
        </p:txBody>
      </p:sp>
    </p:spTree>
  </p:cSld>
  <p:clrMapOvr>
    <a:masterClrMapping/>
  </p:clrMapOvr>
</p:sld>
</file>

<file path=ppt/slides/slide1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Now, where was I? Ah! We kissed...</a:t>
            </a:r>
          </a:p>
        </p:txBody>
      </p:sp>
    </p:spTree>
  </p:cSld>
  <p:clrMapOvr>
    <a:masterClrMapping/>
  </p:clrMapOvr>
</p:sld>
</file>

<file path=ppt/slides/slide1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 quiet!</a:t>
            </a:r>
          </a:p>
        </p:txBody>
      </p:sp>
    </p:spTree>
  </p:cSld>
  <p:clrMapOvr>
    <a:masterClrMapping/>
  </p:clrMapOvr>
</p:sld>
</file>

<file path=ppt/slides/slide1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King!...</a:t>
            </a:r>
          </a:p>
        </p:txBody>
      </p:sp>
    </p:spTree>
  </p:cSld>
  <p:clrMapOvr>
    <a:masterClrMapping/>
  </p:clrMapOvr>
</p:sld>
</file>

<file path=ppt/slides/slide1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King, that is the second time I've been interrupted!</a:t>
            </a:r>
          </a:p>
        </p:txBody>
      </p:sp>
    </p:spTree>
  </p:cSld>
  <p:clrMapOvr>
    <a:masterClrMapping/>
  </p:clrMapOvr>
</p:sld>
</file>

<file path=ppt/slides/slide1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something! Is that so difficult?!</a:t>
            </a:r>
          </a:p>
        </p:txBody>
      </p:sp>
    </p:spTree>
  </p:cSld>
  <p:clrMapOvr>
    <a:masterClrMapping/>
  </p:clrMapOvr>
</p:sld>
</file>

<file path=ppt/slides/slide1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yes, carry on! Music!</a:t>
            </a:r>
          </a:p>
        </p:txBody>
      </p:sp>
    </p:spTree>
  </p:cSld>
  <p:clrMapOvr>
    <a:masterClrMapping/>
  </p:clrMapOvr>
</p:sld>
</file>

<file path=ppt/slides/slide1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we kissed, and she said: ‘Go and tell Papa, while I change.’</a:t>
            </a:r>
          </a:p>
        </p:txBody>
      </p:sp>
    </p:spTree>
  </p:cSld>
  <p:clrMapOvr>
    <a:masterClrMapping/>
  </p:clrMapOvr>
</p:sld>
</file>

<file path=ppt/slides/slide1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said, ‘Let me help. This to fasten, that to lace.’</a:t>
            </a:r>
          </a:p>
        </p:txBody>
      </p:sp>
    </p:spTree>
  </p:cSld>
  <p:clrMapOvr>
    <a:masterClrMapping/>
  </p:clrMapOvr>
</p:sld>
</file>

<file path=ppt/slides/slide1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she said to me: ‘Out. Get out of here.’</a:t>
            </a:r>
          </a:p>
        </p:txBody>
      </p:sp>
    </p:spTree>
  </p:cSld>
  <p:clrMapOvr>
    <a:masterClrMapping/>
  </p:clrMapOvr>
</p:sld>
</file>

<file path=ppt/slides/slide1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I said to her: ‘Goodbye, Your Highness! You little tease!...’</a:t>
            </a:r>
          </a:p>
        </p:txBody>
      </p:sp>
    </p:spTree>
  </p:cSld>
  <p:clrMapOvr>
    <a:masterClrMapping/>
  </p:clrMapOvr>
</p:sld>
</file>

<file path=ppt/slides/slide1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the devil is this?... Retinue!</a:t>
            </a:r>
          </a:p>
        </p:txBody>
      </p:sp>
    </p:spTree>
  </p:cSld>
  <p:clrMapOvr>
    <a:masterClrMapping/>
  </p:clrMapOvr>
</p:sld>
</file>

<file path=ppt/slides/slide1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Find something in the medicine chest... I've lost consciousness.</a:t>
            </a:r>
          </a:p>
        </p:txBody>
      </p:sp>
    </p:spTree>
  </p:cSld>
  <p:clrMapOvr>
    <a:masterClrMapping/>
  </p:clrMapOvr>
</p:sld>
</file>

<file path=ppt/slides/slide1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Only my feelings remain.</a:t>
            </a:r>
          </a:p>
        </p:txBody>
      </p:sp>
    </p:spTree>
  </p:cSld>
  <p:clrMapOvr>
    <a:masterClrMapping/>
  </p:clrMapOvr>
</p:sld>
</file>

<file path=ppt/slides/slide1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want either to howl or to stab someone.</a:t>
            </a:r>
          </a:p>
        </p:txBody>
      </p:sp>
    </p:spTree>
  </p:cSld>
  <p:clrMapOvr>
    <a:masterClrMapping/>
  </p:clrMapOvr>
</p:sld>
</file>

<file path=ppt/slides/slide1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something awful has happened, but I cannot face reality:</a:t>
            </a:r>
          </a:p>
        </p:txBody>
      </p:sp>
    </p:spTree>
  </p:cSld>
  <p:clrMapOvr>
    <a:masterClrMapping/>
  </p:clrMapOvr>
</p:sld>
</file>

<file path=ppt/slides/slide1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consciousness is entirely gone.</a:t>
            </a:r>
          </a:p>
        </p:txBody>
      </p:sp>
    </p:spTree>
  </p:cSld>
  <p:clrMapOvr>
    <a:masterClrMapping/>
  </p:clrMapOvr>
</p:sld>
</file>

<file path=ppt/slides/slide1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Papa! Papa!... I'm getting married.</a:t>
            </a:r>
          </a:p>
        </p:txBody>
      </p:sp>
    </p:spTree>
  </p:cSld>
  <p:clrMapOvr>
    <a:masterClrMapping/>
  </p:clrMapOvr>
</p:sld>
</file>

<file path=ppt/slides/slide1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To whom, my girl? — That one there.</a:t>
            </a:r>
          </a:p>
        </p:txBody>
      </p:sp>
    </p:spTree>
  </p:cSld>
  <p:clrMapOvr>
    <a:masterClrMapping/>
  </p:clrMapOvr>
</p:sld>
</file>

<file path=ppt/slides/slide1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here. Give me your hand.</a:t>
            </a:r>
          </a:p>
        </p:txBody>
      </p:sp>
    </p:spTree>
  </p:cSld>
  <p:clrMapOvr>
    <a:masterClrMapping/>
  </p:clrMapOvr>
</p:sld>
</file>

<file path=ppt/slides/slide1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pleasure!...</a:t>
            </a:r>
          </a:p>
        </p:txBody>
      </p:sp>
    </p:spTree>
  </p:cSld>
  <p:clrMapOvr>
    <a:masterClrMapping/>
  </p:clrMapOvr>
</p:sld>
</file>

<file path=ppt/slides/slide1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you dare snigger, or I'll shoot you.</a:t>
            </a:r>
          </a:p>
        </p:txBody>
      </p:sp>
    </p:spTree>
  </p:cSld>
  <p:clrMapOvr>
    <a:masterClrMapping/>
  </p:clrMapOvr>
</p:sld>
</file>

<file path=ppt/slides/slide1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done! That's the spirit!</a:t>
            </a:r>
          </a:p>
        </p:txBody>
      </p:sp>
    </p:spTree>
  </p:cSld>
  <p:clrMapOvr>
    <a:masterClrMapping/>
  </p:clrMapOvr>
</p:sld>
</file>

<file path=ppt/slides/slide1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wedding will be in one hour.</a:t>
            </a:r>
          </a:p>
        </p:txBody>
      </p:sp>
    </p:spTree>
  </p:cSld>
  <p:clrMapOvr>
    <a:masterClrMapping/>
  </p:clrMapOvr>
</p:sld>
</file>

<file path=ppt/slides/slide1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wedding... Yes, yes. A joyous... happy occasion.</a:t>
            </a:r>
          </a:p>
        </p:txBody>
      </p:sp>
    </p:spTree>
  </p:cSld>
  <p:clrMapOvr>
    <a:masterClrMapping/>
  </p:clrMapOvr>
</p:sld>
</file>

<file path=ppt/slides/slide1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daughter's back. Everyone is alive and well!</a:t>
            </a:r>
          </a:p>
        </p:txBody>
      </p:sp>
    </p:spTree>
  </p:cSld>
  <p:clrMapOvr>
    <a:masterClrMapping/>
  </p:clrMapOvr>
</p:sld>
</file>

<file path=ppt/slides/slide1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Wine for all! The wedding is in one hour.</a:t>
            </a:r>
          </a:p>
        </p:txBody>
      </p:sp>
    </p:spTree>
  </p:cSld>
  <p:clrMapOvr>
    <a:masterClrMapping/>
  </p:clrMapOvr>
</p:sld>
</file>

<file path=ppt/slides/slide1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Wait!</a:t>
            </a:r>
          </a:p>
        </p:txBody>
      </p:sp>
    </p:spTree>
  </p:cSld>
  <p:clrMapOvr>
    <a:masterClrMapping/>
  </p:clrMapOvr>
</p:sld>
</file>

<file path=ppt/slides/slide1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is it? Well? Well? Speak!</a:t>
            </a:r>
          </a:p>
        </p:txBody>
      </p:sp>
    </p:spTree>
  </p:cSld>
  <p:clrMapOvr>
    <a:masterClrMapping/>
  </p:clrMapOvr>
</p:sld>
</file>

<file path=ppt/slides/slide1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ask for your hand! Be my wife!</a:t>
            </a:r>
          </a:p>
        </p:txBody>
      </p:sp>
    </p:spTree>
  </p:cSld>
  <p:clrMapOvr>
    <a:masterClrMapping/>
  </p:clrMapOvr>
</p:sld>
</file>

<file path=ppt/slides/slide1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Sir, which of us are you proposing to?</a:t>
            </a:r>
          </a:p>
        </p:txBody>
      </p:sp>
    </p:spTree>
  </p:cSld>
  <p:clrMapOvr>
    <a:masterClrMapping/>
  </p:clrMapOvr>
</p:sld>
</file>

<file path=ppt/slides/slide1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There are two of us!</a:t>
            </a:r>
          </a:p>
        </p:txBody>
      </p:sp>
    </p:spTree>
  </p:cSld>
  <p:clrMapOvr>
    <a:masterClrMapping/>
  </p:clrMapOvr>
</p:sld>
</file>

<file path=ppt/slides/slide1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Forgive me, I... I hadn't noticed...</a:t>
            </a:r>
          </a:p>
        </p:txBody>
      </p:sp>
    </p:spTree>
  </p:cSld>
  <p:clrMapOvr>
    <a:masterClrMapping/>
  </p:clrMapOvr>
</p:sld>
</file>

<file path=ppt/slides/slide1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answer him!</a:t>
            </a:r>
          </a:p>
        </p:txBody>
      </p:sp>
    </p:spTree>
  </p:cSld>
  <p:clrMapOvr>
    <a:masterClrMapping/>
  </p:clrMapOvr>
</p:sld>
</file>

<file path=ppt/slides/slide1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may do it, but I may not?!</a:t>
            </a:r>
          </a:p>
        </p:txBody>
      </p:sp>
    </p:spTree>
  </p:cSld>
  <p:clrMapOvr>
    <a:masterClrMapping/>
  </p:clrMapOvr>
</p:sld>
</file>

<file path=ppt/slides/slide1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I... Oh, it makes no difference to me. Ladies, follow me!</a:t>
            </a:r>
          </a:p>
        </p:txBody>
      </p:sp>
    </p:spTree>
  </p:cSld>
  <p:clrMapOvr>
    <a:masterClrMapping/>
  </p:clrMapOvr>
</p:sld>
</file>

<file path=ppt/slides/slide1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help me into my wedding dress!</a:t>
            </a:r>
          </a:p>
        </p:txBody>
      </p:sp>
    </p:spTree>
  </p:cSld>
  <p:clrMapOvr>
    <a:masterClrMapping/>
  </p:clrMapOvr>
</p:sld>
</file>

<file path=ppt/slides/slide1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Gentlemen, follow me! You will help me order the wedding feast.</a:t>
            </a:r>
          </a:p>
        </p:txBody>
      </p:sp>
    </p:spTree>
  </p:cSld>
  <p:clrMapOvr>
    <a:masterClrMapping/>
  </p:clrMapOvr>
</p:sld>
</file>

<file path=ppt/slides/slide1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Use any pretext, but bring the Princess back here. At once!</a:t>
            </a:r>
          </a:p>
        </p:txBody>
      </p:sp>
    </p:spTree>
  </p:cSld>
  <p:clrMapOvr>
    <a:masterClrMapping/>
  </p:clrMapOvr>
</p:sld>
</file>

<file path=ppt/slides/slide1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I'll drag her back by force!</a:t>
            </a:r>
          </a:p>
        </p:txBody>
      </p:sp>
    </p:spTree>
  </p:cSld>
  <p:clrMapOvr>
    <a:masterClrMapping/>
  </p:clrMapOvr>
</p:sld>
</file>

<file path=ppt/slides/slide1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Listen, you fool, come to your senses!</a:t>
            </a:r>
          </a:p>
        </p:txBody>
      </p:sp>
    </p:spTree>
  </p:cSld>
  <p:clrMapOvr>
    <a:masterClrMapping/>
  </p:clrMapOvr>
</p:sld>
</file>

<file path=ppt/slides/slide1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few sensible, tender words, and you will both be happy again!</a:t>
            </a:r>
          </a:p>
        </p:txBody>
      </p:sp>
    </p:spTree>
  </p:cSld>
  <p:clrMapOvr>
    <a:masterClrMapping/>
  </p:clrMapOvr>
</p:sld>
</file>

<file path=ppt/slides/slide1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Just tell her: ‘I was wrong.</a:t>
            </a:r>
          </a:p>
        </p:txBody>
      </p:sp>
    </p:spTree>
  </p:cSld>
  <p:clrMapOvr>
    <a:masterClrMapping/>
  </p:clrMapOvr>
</p:sld>
</file>

<file path=ppt/slides/slide1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Forgive me. I won't do it again!’ Then take her and kiss her.</a:t>
            </a:r>
          </a:p>
        </p:txBody>
      </p:sp>
    </p:spTree>
  </p:cSld>
  <p:clrMapOvr>
    <a:masterClrMapping/>
  </p:clrMapOvr>
</p:sld>
</file>

<file path=ppt/slides/slide1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Never!</a:t>
            </a:r>
          </a:p>
        </p:txBody>
      </p:sp>
    </p:spTree>
  </p:cSld>
  <p:clrMapOvr>
    <a:masterClrMapping/>
  </p:clrMapOvr>
</p:sld>
</file>

<file path=ppt/slides/slide1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Kiss her—and make it a good one!</a:t>
            </a:r>
          </a:p>
        </p:txBody>
      </p:sp>
    </p:spTree>
  </p:cSld>
  <p:clrMapOvr>
    <a:masterClrMapping/>
  </p:clrMapOvr>
</p:sld>
</file>

<file path=ppt/slides/slide1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No!</a:t>
            </a:r>
          </a:p>
        </p:txBody>
      </p:sp>
    </p:spTree>
  </p:cSld>
  <p:clrMapOvr>
    <a:masterClrMapping/>
  </p:clrMapOvr>
</p:sld>
</file>

<file path=ppt/slides/slide1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don't waste time: the wedding is only minutes away!</a:t>
            </a:r>
          </a:p>
        </p:txBody>
      </p:sp>
    </p:spTree>
  </p:cSld>
  <p:clrMapOvr>
    <a:masterClrMapping/>
  </p:clrMapOvr>
</p:sld>
</file>

<file path=ppt/slides/slide1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barely have time to make peace.</a:t>
            </a:r>
          </a:p>
        </p:txBody>
      </p:sp>
    </p:spTree>
  </p:cSld>
  <p:clrMapOvr>
    <a:masterClrMapping/>
  </p:clrMapOvr>
</p:sld>
</file>

<file path=ppt/slides/slide1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There, I hear footsteps. Emilia is bringing the Princess. Be bold!</a:t>
            </a:r>
          </a:p>
        </p:txBody>
      </p:sp>
    </p:spTree>
  </p:cSld>
  <p:clrMapOvr>
    <a:masterClrMapping/>
  </p:clrMapOvr>
</p:sld>
</file>

<file path=ppt/slides/slide1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on! Chin up!...</a:t>
            </a:r>
          </a:p>
        </p:txBody>
      </p:sp>
    </p:spTree>
  </p:cSld>
  <p:clrMapOvr>
    <a:masterClrMapping/>
  </p:clrMapOvr>
</p:sld>
</file>

<file path=ppt/slides/slide1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Gentlemen! Gentlemen, I bring wonderful news.</a:t>
            </a:r>
          </a:p>
        </p:txBody>
      </p:sp>
    </p:spTree>
  </p:cSld>
  <p:clrMapOvr>
    <a:masterClrMapping/>
  </p:clrMapOvr>
</p:sld>
</file>

<file path=ppt/slides/slide1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see? Thank God, all is well!</a:t>
            </a:r>
          </a:p>
        </p:txBody>
      </p:sp>
    </p:spTree>
  </p:cSld>
  <p:clrMapOvr>
    <a:masterClrMapping/>
  </p:clrMapOvr>
</p:sld>
</file>

<file path=ppt/slides/slide1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By order of the Princess,</a:t>
            </a:r>
          </a:p>
        </p:txBody>
      </p:sp>
    </p:spTree>
  </p:cSld>
  <p:clrMapOvr>
    <a:masterClrMapping/>
  </p:clrMapOvr>
</p:sld>
</file>

<file path=ppt/slides/slide1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 marriage to the Minister-Administrator,</a:t>
            </a:r>
          </a:p>
        </p:txBody>
      </p:sp>
    </p:spTree>
  </p:cSld>
  <p:clrMapOvr>
    <a:masterClrMapping/>
  </p:clrMapOvr>
</p:sld>
</file>

<file path=ppt/slides/slide1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which was to take place in half an hour...</a:t>
            </a:r>
          </a:p>
        </p:txBody>
      </p:sp>
    </p:spTree>
  </p:cSld>
  <p:clrMapOvr>
    <a:masterClrMapping/>
  </p:clrMapOvr>
</p:sld>
</file>

<file path=ppt/slides/slide1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done, Emilia. Clever girl!</a:t>
            </a:r>
          </a:p>
        </p:txBody>
      </p:sp>
    </p:spTree>
  </p:cSld>
  <p:clrMapOvr>
    <a:masterClrMapping/>
  </p:clrMapOvr>
</p:sld>
</file>

<file path=ppt/slides/slide1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...will take place immediately!</a:t>
            </a:r>
          </a:p>
        </p:txBody>
      </p:sp>
    </p:spTree>
  </p:cSld>
  <p:clrMapOvr>
    <a:masterClrMapping/>
  </p:clrMapOvr>
</p:sld>
</file>

<file path=ppt/slides/slide1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Emilia, come to your senses!</a:t>
            </a:r>
          </a:p>
        </p:txBody>
      </p:sp>
    </p:spTree>
  </p:cSld>
  <p:clrMapOvr>
    <a:masterClrMapping/>
  </p:clrMapOvr>
</p:sld>
</file>

<file path=ppt/slides/slide1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not touch me. I am performing my official duties.</a:t>
            </a:r>
          </a:p>
        </p:txBody>
      </p:sp>
    </p:spTree>
  </p:cSld>
  <p:clrMapOvr>
    <a:masterClrMapping/>
  </p:clrMapOvr>
</p:sld>
</file>

<file path=ppt/slides/slide1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May I be damned...</a:t>
            </a:r>
          </a:p>
        </p:txBody>
      </p:sp>
    </p:spTree>
  </p:cSld>
  <p:clrMapOvr>
    <a:masterClrMapping/>
  </p:clrMapOvr>
</p:sld>
</file>

<file path=ppt/slides/slide1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you are, Your Majesty. Everything is ready.</a:t>
            </a:r>
          </a:p>
        </p:txBody>
      </p:sp>
    </p:spTree>
  </p:cSld>
  <p:clrMapOvr>
    <a:masterClrMapping/>
  </p:clrMapOvr>
</p:sld>
</file>

<file path=ppt/slides/slide1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else could I do?</a:t>
            </a:r>
          </a:p>
        </p:txBody>
      </p:sp>
    </p:spTree>
  </p:cSld>
  <p:clrMapOvr>
    <a:masterClrMapping/>
  </p:clrMapOvr>
</p:sld>
</file>

<file path=ppt/slides/slide1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is as stubborn as... as... as you and I once were!</a:t>
            </a:r>
          </a:p>
        </p:txBody>
      </p:sp>
    </p:spTree>
  </p:cSld>
  <p:clrMapOvr>
    <a:masterClrMapping/>
  </p:clrMapOvr>
</p:sld>
</file>

<file path=ppt/slides/slide1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Right. That's enough. We begin the wedding now.</a:t>
            </a:r>
          </a:p>
        </p:txBody>
      </p:sp>
    </p:spTree>
  </p:cSld>
  <p:clrMapOvr>
    <a:masterClrMapping/>
  </p:clrMapOvr>
</p:sld>
</file>

<file path=ppt/slides/slide1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I give you my word, I am not joking. I am beginning.</a:t>
            </a:r>
          </a:p>
        </p:txBody>
      </p:sp>
    </p:spTree>
  </p:cSld>
  <p:clrMapOvr>
    <a:masterClrMapping/>
  </p:clrMapOvr>
</p:sld>
</file>

<file path=ppt/slides/slide1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more jokes. One. Two. Three. I begin.</a:t>
            </a:r>
          </a:p>
        </p:txBody>
      </p:sp>
    </p:spTree>
  </p:cSld>
  <p:clrMapOvr>
    <a:masterClrMapping/>
  </p:clrMapOvr>
</p:sld>
</file>

<file path=ppt/slides/slide1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honorary saint, honorary great martyr,</a:t>
            </a:r>
          </a:p>
        </p:txBody>
      </p:sp>
    </p:spTree>
  </p:cSld>
  <p:clrMapOvr>
    <a:masterClrMapping/>
  </p:clrMapOvr>
</p:sld>
</file>

<file path=ppt/slides/slide1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honorary Pope of this kingdom, I begin the sacrament of marriage.</a:t>
            </a:r>
          </a:p>
        </p:txBody>
      </p:sp>
    </p:spTree>
  </p:cSld>
  <p:clrMapOvr>
    <a:masterClrMapping/>
  </p:clrMapOvr>
</p:sld>
</file>

<file path=ppt/slides/slide1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Bridegroom! Bride! Join hands.</a:t>
            </a:r>
          </a:p>
        </p:txBody>
      </p:sp>
    </p:spTree>
  </p:cSld>
  <p:clrMapOvr>
    <a:masterClrMapping/>
  </p:clrMapOvr>
</p:sld>
</file>

<file path=ppt/slides/slide1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No!</a:t>
            </a:r>
          </a:p>
        </p:txBody>
      </p:sp>
    </p:spTree>
  </p:cSld>
  <p:clrMapOvr>
    <a:masterClrMapping/>
  </p:clrMapOvr>
</p:sld>
</file>

<file path=ppt/slides/slide1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what? Speak up, don't be shy!</a:t>
            </a:r>
          </a:p>
        </p:txBody>
      </p:sp>
    </p:spTree>
  </p:cSld>
  <p:clrMapOvr>
    <a:masterClrMapping/>
  </p:clrMapOvr>
</p:sld>
</file>

<file path=ppt/slides/slide1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Everyone, leave us. I need to speak to her.</a:t>
            </a:r>
          </a:p>
        </p:txBody>
      </p:sp>
    </p:spTree>
  </p:cSld>
  <p:clrMapOvr>
    <a:masterClrMapping/>
  </p:clrMapOvr>
</p:sld>
</file>

<file path=ppt/slides/slide1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nerve of you! Why have you come? What?!...</a:t>
            </a:r>
          </a:p>
        </p:txBody>
      </p:sp>
    </p:spTree>
  </p:cSld>
  <p:clrMapOvr>
    <a:masterClrMapping/>
  </p:clrMapOvr>
</p:sld>
</file>

<file path=ppt/slides/slide1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are you doing?! You scoundrel!...</a:t>
            </a:r>
          </a:p>
        </p:txBody>
      </p:sp>
    </p:spTree>
  </p:cSld>
  <p:clrMapOvr>
    <a:masterClrMapping/>
  </p:clrMapOvr>
</p:sld>
</file>

<file path=ppt/slides/slide1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Hurrah!!! Forgive me, Your Majesty, it's...</a:t>
            </a:r>
          </a:p>
        </p:txBody>
      </p:sp>
    </p:spTree>
  </p:cSld>
  <p:clrMapOvr>
    <a:masterClrMapping/>
  </p:clrMapOvr>
</p:sld>
</file>

<file path=ppt/slides/slide1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Never mind, never mind. I'm delighted myself.</a:t>
            </a:r>
          </a:p>
        </p:txBody>
      </p:sp>
    </p:spTree>
  </p:cSld>
  <p:clrMapOvr>
    <a:masterClrMapping/>
  </p:clrMapOvr>
</p:sld>
</file>

<file path=ppt/slides/slide1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her father, after all.</a:t>
            </a:r>
          </a:p>
        </p:txBody>
      </p:sp>
    </p:spTree>
  </p:cSld>
  <p:clrMapOvr>
    <a:masterClrMapping/>
  </p:clrMapOvr>
</p:sld>
</file>

<file path=ppt/slides/slide1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Please, go! Leave us alone!</a:t>
            </a:r>
          </a:p>
        </p:txBody>
      </p:sp>
    </p:spTree>
  </p:cSld>
  <p:clrMapOvr>
    <a:masterClrMapping/>
  </p:clrMapOvr>
</p:sld>
</file>

<file path=ppt/slides/slide1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do you mean?!</a:t>
            </a:r>
          </a:p>
        </p:txBody>
      </p:sp>
    </p:spTree>
  </p:cSld>
  <p:clrMapOvr>
    <a:masterClrMapping/>
  </p:clrMapOvr>
</p:sld>
</file>

<file path=ppt/slides/slide1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please, come along. This is awkward...</a:t>
            </a:r>
          </a:p>
        </p:txBody>
      </p:sp>
    </p:spTree>
  </p:cSld>
  <p:clrMapOvr>
    <a:masterClrMapping/>
  </p:clrMapOvr>
</p:sld>
</file>

<file path=ppt/slides/slide1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Awkward for whom?</a:t>
            </a:r>
          </a:p>
        </p:txBody>
      </p:sp>
    </p:spTree>
  </p:cSld>
  <p:clrMapOvr>
    <a:masterClrMapping/>
  </p:clrMapOvr>
</p:sld>
</file>

<file path=ppt/slides/slide1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right, let's go. You have splendid keyholes... (</a:t>
            </a:r>
          </a:p>
        </p:txBody>
      </p:sp>
    </p:spTree>
  </p:cSld>
  <p:clrMapOvr>
    <a:masterClrMapping/>
  </p:clrMapOvr>
</p:sld>
</file>

<file path=ppt/slides/slide1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-1 -2</a:t>
            </a:r>
          </a:p>
        </p:txBody>
      </p:sp>
    </p:spTree>
  </p:cSld>
  <p:clrMapOvr>
    <a:masterClrMapping/>
  </p:clrMapOvr>
</p:sld>
</file>

<file path=ppt/slides/slide1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Princess, I... I love you so very much.</a:t>
            </a:r>
          </a:p>
        </p:txBody>
      </p:sp>
    </p:spTree>
  </p:cSld>
  <p:clrMapOvr>
    <a:masterClrMapping/>
  </p:clrMapOvr>
</p:sld>
</file>

<file path=ppt/slides/slide1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More than anyone could possibly love.</a:t>
            </a:r>
          </a:p>
        </p:txBody>
      </p:sp>
    </p:spTree>
  </p:cSld>
  <p:clrMapOvr>
    <a:masterClrMapping/>
  </p:clrMapOvr>
</p:sld>
</file>

<file path=ppt/slides/slide1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I... I am under a spell. It is as unalterable as a law of nature!</a:t>
            </a:r>
          </a:p>
        </p:txBody>
      </p:sp>
    </p:spTree>
  </p:cSld>
  <p:clrMapOvr>
    <a:masterClrMapping/>
  </p:clrMapOvr>
</p:sld>
</file>

<file path=ppt/slides/slide1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soon as we...</a:t>
            </a:r>
          </a:p>
        </p:txBody>
      </p:sp>
    </p:spTree>
  </p:cSld>
  <p:clrMapOvr>
    <a:masterClrMapping/>
  </p:clrMapOvr>
</p:sld>
</file>

<file path=ppt/slides/slide1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our very first kiss, I shall turn into a savage bear!</a:t>
            </a:r>
          </a:p>
        </p:txBody>
      </p:sp>
    </p:spTree>
  </p:cSld>
  <p:clrMapOvr>
    <a:masterClrMapping/>
  </p:clrMapOvr>
</p:sld>
</file>

<file path=ppt/slides/slide1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With nothing human left in me!</a:t>
            </a:r>
          </a:p>
        </p:txBody>
      </p:sp>
    </p:spTree>
  </p:cSld>
  <p:clrMapOvr>
    <a:masterClrMapping/>
  </p:clrMapOvr>
</p:sld>
</file>

<file path=ppt/slides/slide1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do that to you? I would rather die.</a:t>
            </a:r>
          </a:p>
        </p:txBody>
      </p:sp>
    </p:spTree>
  </p:cSld>
  <p:clrMapOvr>
    <a:masterClrMapping/>
  </p:clrMapOvr>
</p:sld>
</file>

<file path=ppt/slides/slide1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You'll turn into a bear? The moment I kiss you? — Yes.</a:t>
            </a:r>
          </a:p>
        </p:txBody>
      </p:sp>
    </p:spTree>
  </p:cSld>
  <p:clrMapOvr>
    <a:masterClrMapping/>
  </p:clrMapOvr>
</p:sld>
</file>

<file path=ppt/slides/slide1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Is that why you ran away from me? — Yes.</a:t>
            </a:r>
          </a:p>
        </p:txBody>
      </p:sp>
    </p:spTree>
  </p:cSld>
  <p:clrMapOvr>
    <a:masterClrMapping/>
  </p:clrMapOvr>
</p:sld>
</file>

<file path=ppt/slides/slide1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turn into a bear?..</a:t>
            </a:r>
          </a:p>
        </p:txBody>
      </p:sp>
    </p:spTree>
  </p:cSld>
  <p:clrMapOvr>
    <a:masterClrMapping/>
  </p:clrMapOvr>
</p:sld>
</file>

<file path=ppt/slides/slide1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pace silently back and forth through the rooms</a:t>
            </a:r>
          </a:p>
        </p:txBody>
      </p:sp>
    </p:spTree>
  </p:cSld>
  <p:clrMapOvr>
    <a:masterClrMapping/>
  </p:clrMapOvr>
</p:sld>
</file>

<file path=ppt/slides/slide1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though they were a cage</a:t>
            </a:r>
          </a:p>
        </p:txBody>
      </p:sp>
    </p:spTree>
  </p:cSld>
  <p:clrMapOvr>
    <a:masterClrMapping/>
  </p:clrMapOvr>
</p:sld>
</file>

<file path=ppt/slides/slide1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never speak to me like a human being again?!</a:t>
            </a:r>
          </a:p>
        </p:txBody>
      </p:sp>
    </p:spTree>
  </p:cSld>
  <p:clrMapOvr>
    <a:masterClrMapping/>
  </p:clrMapOvr>
</p:sld>
</file>

<file path=ppt/slides/slide1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if my chatter becomes too tiresome for you,</a:t>
            </a:r>
          </a:p>
        </p:txBody>
      </p:sp>
    </p:spTree>
  </p:cSld>
  <p:clrMapOvr>
    <a:masterClrMapping/>
  </p:clrMapOvr>
</p:sld>
</file>

<file path=ppt/slides/slide1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growl at me like a wild beast?!</a:t>
            </a:r>
          </a:p>
        </p:txBody>
      </p:sp>
    </p:spTree>
  </p:cSld>
  <p:clrMapOvr>
    <a:masterClrMapping/>
  </p:clrMapOvr>
</p:sld>
</file>

<file path=ppt/slides/slide1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You'll turn into a bear the moment I kiss you...</a:t>
            </a:r>
          </a:p>
        </p:txBody>
      </p:sp>
    </p:spTree>
  </p:cSld>
  <p:clrMapOvr>
    <a:masterClrMapping/>
  </p:clrMapOvr>
</p:sld>
</file>

<file path=ppt/slides/slide1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And suddenly all will vanish: your face, your eyes.</a:t>
            </a:r>
          </a:p>
        </p:txBody>
      </p:sp>
    </p:spTree>
  </p:cSld>
  <p:clrMapOvr>
    <a:masterClrMapping/>
  </p:clrMapOvr>
</p:sld>
</file>

<file path=ppt/slides/slide1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Princess, I love you. So very much!</a:t>
            </a:r>
          </a:p>
        </p:txBody>
      </p:sp>
    </p:spTree>
  </p:cSld>
  <p:clrMapOvr>
    <a:masterClrMapping/>
  </p:clrMapOvr>
</p:sld>
</file>

<file path=ppt/slides/slide1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The bear will lumber away to his woods and rivers.</a:t>
            </a:r>
          </a:p>
        </p:txBody>
      </p:sp>
    </p:spTree>
  </p:cSld>
  <p:clrMapOvr>
    <a:masterClrMapping/>
  </p:clrMapOvr>
</p:sld>
</file>

<file path=ppt/slides/slide1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More than anyone could possibly love.</a:t>
            </a:r>
          </a:p>
        </p:txBody>
      </p:sp>
    </p:spTree>
  </p:cSld>
  <p:clrMapOvr>
    <a:masterClrMapping/>
  </p:clrMapOvr>
</p:sld>
</file>

<file path=ppt/slides/slide1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No, no, it can't be! I don't want this! It mustn't be!</a:t>
            </a:r>
          </a:p>
        </p:txBody>
      </p:sp>
    </p:spTree>
  </p:cSld>
  <p:clrMapOvr>
    <a:masterClrMapping/>
  </p:clrMapOvr>
</p:sld>
</file>

<file path=ppt/slides/slide1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I am under a spell!</a:t>
            </a:r>
          </a:p>
        </p:txBody>
      </p:sp>
    </p:spTree>
  </p:cSld>
  <p:clrMapOvr>
    <a:masterClrMapping/>
  </p:clrMapOvr>
</p:sld>
</file>

<file path=ppt/slides/slide1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Farewell! Only stay human, whatever happens!</a:t>
            </a:r>
          </a:p>
        </p:txBody>
      </p:sp>
    </p:spTree>
  </p:cSld>
  <p:clrMapOvr>
    <a:masterClrMapping/>
  </p:clrMapOvr>
</p:sld>
</file>

<file path=ppt/slides/slide1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It is as unalterable as a law of nature!</a:t>
            </a:r>
          </a:p>
        </p:txBody>
      </p:sp>
    </p:spTree>
  </p:cSld>
  <p:clrMapOvr>
    <a:masterClrMapping/>
  </p:clrMapOvr>
</p:sld>
</file>

<file path=ppt/slides/slide1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Farewell! I know how hard it will be for you!</a:t>
            </a:r>
          </a:p>
        </p:txBody>
      </p:sp>
    </p:spTree>
  </p:cSld>
  <p:clrMapOvr>
    <a:masterClrMapping/>
  </p:clrMapOvr>
</p:sld>
</file>

<file path=ppt/slides/slide1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As soon as we!..</a:t>
            </a:r>
          </a:p>
        </p:txBody>
      </p:sp>
    </p:spTree>
  </p:cSld>
  <p:clrMapOvr>
    <a:masterClrMapping/>
  </p:clrMapOvr>
</p:sld>
</file>

<file path=ppt/slides/slide1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Farewell! One day this pain, this torment will pass!</a:t>
            </a:r>
          </a:p>
        </p:txBody>
      </p:sp>
    </p:spTree>
  </p:cSld>
  <p:clrMapOvr>
    <a:masterClrMapping/>
  </p:clrMapOvr>
</p:sld>
</file>

<file path=ppt/slides/slide1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At our very first kiss!..</a:t>
            </a:r>
          </a:p>
        </p:txBody>
      </p:sp>
    </p:spTree>
  </p:cSld>
  <p:clrMapOvr>
    <a:masterClrMapping/>
  </p:clrMapOvr>
</p:sld>
</file>

<file path=ppt/slides/slide1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 Farewell! Only be somewhere far, far away...</a:t>
            </a:r>
          </a:p>
        </p:txBody>
      </p:sp>
    </p:spTree>
  </p:cSld>
  <p:clrMapOvr>
    <a:masterClrMapping/>
  </p:clrMapOvr>
</p:sld>
</file>

<file path=ppt/slides/slide1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I shall turn into a bear!</a:t>
            </a:r>
          </a:p>
        </p:txBody>
      </p:sp>
    </p:spTree>
  </p:cSld>
  <p:clrMapOvr>
    <a:masterClrMapping/>
  </p:clrMapOvr>
</p:sld>
</file>

<file path=ppt/slides/slide1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P.</a:t>
            </a:r>
          </a:p>
        </p:txBody>
      </p:sp>
    </p:spTree>
  </p:cSld>
  <p:clrMapOvr>
    <a:masterClrMapping/>
  </p:clrMapOvr>
</p:sld>
</file>

<file path=ppt/slides/slide1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live, even if it is with someone else, someone who will kiss you!..</a:t>
            </a:r>
          </a:p>
        </p:txBody>
      </p:sp>
    </p:spTree>
  </p:cSld>
  <p:clrMapOvr>
    <a:masterClrMapping/>
  </p:clrMapOvr>
</p:sld>
</file>

<file path=ppt/slides/slide1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With nothing human left in me!</a:t>
            </a:r>
          </a:p>
        </p:txBody>
      </p:sp>
    </p:spTree>
  </p:cSld>
  <p:clrMapOvr>
    <a:masterClrMapping/>
  </p:clrMapOvr>
</p:sld>
</file>

<file path=ppt/slides/slide1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 will kiss him, touch him with her lips,</a:t>
            </a:r>
          </a:p>
        </p:txBody>
      </p:sp>
    </p:spTree>
  </p:cSld>
  <p:clrMapOvr>
    <a:masterClrMapping/>
  </p:clrMapOvr>
</p:sld>
</file>

<file path=ppt/slides/slide1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Yet nothing, nothing in the world will change! Farewell!..</a:t>
            </a:r>
          </a:p>
        </p:txBody>
      </p:sp>
    </p:spTree>
  </p:cSld>
  <p:clrMapOvr>
    <a:masterClrMapping/>
  </p:clrMapOvr>
</p:sld>
</file>

<file path=ppt/slides/slide1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B. I love you! P. My love, my darling! Farewell!</a:t>
            </a:r>
          </a:p>
        </p:txBody>
      </p:sp>
    </p:spTree>
  </p:cSld>
  <p:clrMapOvr>
    <a:masterClrMapping/>
  </p:clrMapOvr>
</p:sld>
</file>

<file path=ppt/slides/slide1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Farewell! Farewell! Farewell! Farewell! Farewell!</a:t>
            </a:r>
          </a:p>
        </p:txBody>
      </p:sp>
    </p:spTree>
  </p:cSld>
  <p:clrMapOvr>
    <a:masterClrMapping/>
  </p:clrMapOvr>
</p:sld>
</file>

<file path=ppt/slides/slide1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Farewell!</a:t>
            </a:r>
          </a:p>
        </p:txBody>
      </p:sp>
    </p:spTree>
  </p:cSld>
  <p:clrMapOvr>
    <a:masterClrMapping/>
  </p:clrMapOvr>
</p:sld>
</file>

<file path=ppt/slides/slide1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little girl!.. My darling girl! I heard everything.</a:t>
            </a:r>
          </a:p>
        </p:txBody>
      </p:sp>
    </p:spTree>
  </p:cSld>
  <p:clrMapOvr>
    <a:masterClrMapping/>
  </p:clrMapOvr>
</p:sld>
</file>

<file path=ppt/slides/slide1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it all, and something dreadful is happening to me.</a:t>
            </a:r>
          </a:p>
        </p:txBody>
      </p:sp>
    </p:spTree>
  </p:cSld>
  <p:clrMapOvr>
    <a:masterClrMapping/>
  </p:clrMapOvr>
</p:sld>
</file>

<file path=ppt/slides/slide1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Something kind. And it frightens me so.</a:t>
            </a:r>
          </a:p>
        </p:txBody>
      </p:sp>
    </p:spTree>
  </p:cSld>
  <p:clrMapOvr>
    <a:masterClrMapping/>
  </p:clrMapOvr>
</p:sld>
</file>

<file path=ppt/slides/slide1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Something good has awakened in my soul.</a:t>
            </a:r>
          </a:p>
        </p:txBody>
      </p:sp>
    </p:spTree>
  </p:cSld>
  <p:clrMapOvr>
    <a:masterClrMapping/>
  </p:clrMapOvr>
</p:sld>
</file>

<file path=ppt/slides/slide1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think. Perhaps we shouldn't send him away?</a:t>
            </a:r>
          </a:p>
        </p:txBody>
      </p:sp>
    </p:spTree>
  </p:cSld>
  <p:clrMapOvr>
    <a:masterClrMapping/>
  </p:clrMapOvr>
</p:sld>
</file>

<file path=ppt/slides/slide1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Perhaps we should let him stay?</a:t>
            </a:r>
          </a:p>
        </p:txBody>
      </p:sp>
    </p:spTree>
  </p:cSld>
  <p:clrMapOvr>
    <a:masterClrMapping/>
  </p:clrMapOvr>
</p:sld>
</file>

<file path=ppt/slides/slide1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what if he's a bear? Other people manage!</a:t>
            </a:r>
          </a:p>
        </p:txBody>
      </p:sp>
    </p:spTree>
  </p:cSld>
  <p:clrMapOvr>
    <a:masterClrMapping/>
  </p:clrMapOvr>
</p:sld>
</file>

<file path=ppt/slides/slide1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he'll be Misha. What's wrong with that?</a:t>
            </a:r>
          </a:p>
        </p:txBody>
      </p:sp>
    </p:spTree>
  </p:cSld>
  <p:clrMapOvr>
    <a:masterClrMapping/>
  </p:clrMapOvr>
</p:sld>
</file>

<file path=ppt/slides/slide1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is a bear, after all, not a ferret or a cow.</a:t>
            </a:r>
          </a:p>
        </p:txBody>
      </p:sp>
    </p:spTree>
  </p:cSld>
  <p:clrMapOvr>
    <a:masterClrMapping/>
  </p:clrMapOvr>
</p:sld>
</file>

<file path=ppt/slides/slide1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Why, every circus has bears: they skate and ride bicycles.</a:t>
            </a:r>
          </a:p>
        </p:txBody>
      </p:sp>
    </p:spTree>
  </p:cSld>
  <p:clrMapOvr>
    <a:masterClrMapping/>
  </p:clrMapOvr>
</p:sld>
</file>

<file path=ppt/slides/slide1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ours is clever. He'll show them all.</a:t>
            </a:r>
          </a:p>
        </p:txBody>
      </p:sp>
    </p:spTree>
  </p:cSld>
  <p:clrMapOvr>
    <a:masterClrMapping/>
  </p:clrMapOvr>
</p:sld>
</file>

<file path=ppt/slides/slide1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He'll dance and even recite a rhyme.</a:t>
            </a:r>
          </a:p>
        </p:txBody>
      </p:sp>
    </p:spTree>
  </p:cSld>
  <p:clrMapOvr>
    <a:masterClrMapping/>
  </p:clrMapOvr>
</p:sld>
</file>

<file path=ppt/slides/slide1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little by little, bit by bit, somehow it all will work out.</a:t>
            </a:r>
          </a:p>
        </p:txBody>
      </p:sp>
    </p:spTree>
  </p:cSld>
  <p:clrMapOvr>
    <a:masterClrMapping/>
  </p:clrMapOvr>
</p:sld>
</file>

<file path=ppt/slides/slide1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.</a:t>
            </a:r>
          </a:p>
        </p:txBody>
      </p:sp>
    </p:spTree>
  </p:cSld>
  <p:clrMapOvr>
    <a:masterClrMapping/>
  </p:clrMapOvr>
</p:sld>
</file>

<file path=ppt/slides/slide1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things will be worse, but not by much.</a:t>
            </a:r>
          </a:p>
        </p:txBody>
      </p:sp>
    </p:spTree>
  </p:cSld>
  <p:clrMapOvr>
    <a:masterClrMapping/>
  </p:clrMapOvr>
</p:sld>
</file>

<file path=ppt/slides/slide1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Things aren't exactly wonderful as they are.</a:t>
            </a:r>
          </a:p>
        </p:txBody>
      </p:sp>
    </p:spTree>
  </p:cSld>
  <p:clrMapOvr>
    <a:masterClrMapping/>
  </p:clrMapOvr>
</p:sld>
</file>

<file path=ppt/slides/slide1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We'll have to find a roomier cage and a brighter collar.</a:t>
            </a:r>
          </a:p>
        </p:txBody>
      </p:sp>
    </p:spTree>
  </p:cSld>
  <p:clrMapOvr>
    <a:masterClrMapping/>
  </p:clrMapOvr>
</p:sld>
</file>

<file path=ppt/slides/slide1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it will be sad. Well,</a:t>
            </a:r>
          </a:p>
        </p:txBody>
      </p:sp>
    </p:spTree>
  </p:cSld>
  <p:clrMapOvr>
    <a:masterClrMapping/>
  </p:clrMapOvr>
</p:sld>
</file>

<file path=ppt/slides/slide1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we'll have a cry. Somehow we'll manage, one way or another.</a:t>
            </a:r>
          </a:p>
        </p:txBody>
      </p:sp>
    </p:spTree>
  </p:cSld>
  <p:clrMapOvr>
    <a:masterClrMapping/>
  </p:clrMapOvr>
</p:sld>
</file>

<file path=ppt/slides/slide1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slowly,</a:t>
            </a:r>
          </a:p>
        </p:txBody>
      </p:sp>
    </p:spTree>
  </p:cSld>
  <p:clrMapOvr>
    <a:masterClrMapping/>
  </p:clrMapOvr>
</p:sld>
</file>

<file path=ppt/slides/slide1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little by little, bit by bit,</a:t>
            </a:r>
          </a:p>
        </p:txBody>
      </p:sp>
    </p:spTree>
  </p:cSld>
  <p:clrMapOvr>
    <a:masterClrMapping/>
  </p:clrMapOvr>
</p:sld>
</file>

<file path=ppt/slides/slide1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somehow it all will work out. (Somehow,</a:t>
            </a:r>
          </a:p>
        </p:txBody>
      </p:sp>
    </p:spTree>
  </p:cSld>
  <p:clrMapOvr>
    <a:masterClrMapping/>
  </p:clrMapOvr>
</p:sld>
</file>

<file path=ppt/slides/slide1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somehow, somehow, somehow, somehow</a:t>
            </a:r>
          </a:p>
        </p:txBody>
      </p:sp>
    </p:spTree>
  </p:cSld>
  <p:clrMapOvr>
    <a:masterClrMapping/>
  </p:clrMapOvr>
</p:sld>
</file>

<file path=ppt/slides/slide1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somehow it will all work out.</a:t>
            </a:r>
          </a:p>
        </p:txBody>
      </p:sp>
    </p:spTree>
  </p:cSld>
  <p:clrMapOvr>
    <a:masterClrMapping/>
  </p:clrMapOvr>
</p:sld>
</file>

<file path=ppt/slides/slide1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We're leaving. Home. Home at once!</a:t>
            </a:r>
          </a:p>
        </p:txBody>
      </p:sp>
    </p:spTree>
  </p:cSld>
  <p:clrMapOvr>
    <a:masterClrMapping/>
  </p:clrMapOvr>
</p:sld>
</file>

<file path=ppt/slides/slide1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.</a:t>
            </a:r>
          </a:p>
        </p:txBody>
      </p:sp>
    </p:spTree>
  </p:cSld>
  <p:clrMapOvr>
    <a:masterClrMapping/>
  </p:clrMapOvr>
</p:sld>
</file>

<file path=ppt/slides/slide1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Of course it's awful, absurd, and senseless.</a:t>
            </a:r>
          </a:p>
        </p:txBody>
      </p:sp>
    </p:spTree>
  </p:cSld>
  <p:clrMapOvr>
    <a:masterClrMapping/>
  </p:clrMapOvr>
</p:sld>
</file>

<file path=ppt/slides/slide1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if only we could turn back to the start!</a:t>
            </a:r>
          </a:p>
        </p:txBody>
      </p:sp>
    </p:spTree>
  </p:cSld>
  <p:clrMapOvr>
    <a:masterClrMapping/>
  </p:clrMapOvr>
</p:sld>
</file>

<file path=ppt/slides/slide1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turning back is impossible, unthinkable.</a:t>
            </a:r>
          </a:p>
        </p:txBody>
      </p:sp>
    </p:spTree>
  </p:cSld>
  <p:clrMapOvr>
    <a:masterClrMapping/>
  </p:clrMapOvr>
</p:sld>
</file>

<file path=ppt/slides/slide1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even think of it. Forget.</a:t>
            </a:r>
          </a:p>
        </p:txBody>
      </p:sp>
    </p:spTree>
  </p:cSld>
  <p:clrMapOvr>
    <a:masterClrMapping/>
  </p:clrMapOvr>
</p:sld>
</file>

<file path=ppt/slides/slide1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think about dinner. Let's think about clothes.</a:t>
            </a:r>
          </a:p>
        </p:txBody>
      </p:sp>
    </p:spTree>
  </p:cSld>
  <p:clrMapOvr>
    <a:masterClrMapping/>
  </p:clrMapOvr>
</p:sld>
</file>

<file path=ppt/slides/slide1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fill our days with chores. It's easier that way, isn't it?</a:t>
            </a:r>
          </a:p>
        </p:txBody>
      </p:sp>
    </p:spTree>
  </p:cSld>
  <p:clrMapOvr>
    <a:masterClrMapping/>
  </p:clrMapOvr>
</p:sld>
</file>

<file path=ppt/slides/slide1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Simpler that way. Isn't it? It hurts less, doesn't it?</a:t>
            </a:r>
          </a:p>
        </p:txBody>
      </p:sp>
    </p:spTree>
  </p:cSld>
  <p:clrMapOvr>
    <a:masterClrMapping/>
  </p:clrMapOvr>
</p:sld>
</file>

<file path=ppt/slides/slide1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Let's not pretend or try to charm our fate.</a:t>
            </a:r>
          </a:p>
        </p:txBody>
      </p:sp>
    </p:spTree>
  </p:cSld>
  <p:clrMapOvr>
    <a:masterClrMapping/>
  </p:clrMapOvr>
</p:sld>
</file>

<file path=ppt/slides/slide1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By God, it takes no trouble. Yes, yes,</a:t>
            </a:r>
          </a:p>
        </p:txBody>
      </p:sp>
    </p:spTree>
  </p:cSld>
  <p:clrMapOvr>
    <a:masterClrMapping/>
  </p:clrMapOvr>
</p:sld>
</file>

<file path=ppt/slides/slide1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gentlemen: not perhaps, not someday, but never again.</a:t>
            </a:r>
          </a:p>
        </p:txBody>
      </p:sp>
    </p:spTree>
  </p:cSld>
  <p:clrMapOvr>
    <a:masterClrMapping/>
  </p:clrMapOvr>
</p:sld>
</file>

<file path=ppt/slides/slide1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how lovely. Very good. It drifted by and slipped away.</a:t>
            </a:r>
          </a:p>
        </p:txBody>
      </p:sp>
    </p:spTree>
  </p:cSld>
  <p:clrMapOvr>
    <a:masterClrMapping/>
  </p:clrMapOvr>
</p:sld>
</file>

<file path=ppt/slides/slide1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was, and now it's gone.</a:t>
            </a:r>
          </a:p>
        </p:txBody>
      </p:sp>
    </p:spTree>
  </p:cSld>
  <p:clrMapOvr>
    <a:masterClrMapping/>
  </p:clrMapOvr>
</p:sld>
</file>

<file path=ppt/slides/slide1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was, and now it's gone. It was, and now it's gone.</a:t>
            </a:r>
          </a:p>
        </p:txBody>
      </p:sp>
    </p:spTree>
  </p:cSld>
  <p:clrMapOvr>
    <a:masterClrMapping/>
  </p:clrMapOvr>
</p:sld>
</file>

<file path=ppt/slides/slide1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Ladies and gentlemen, the inn is closing. I'm leaving!</a:t>
            </a:r>
          </a:p>
        </p:txBody>
      </p:sp>
    </p:spTree>
  </p:cSld>
  <p:clrMapOvr>
    <a:masterClrMapping/>
  </p:clrMapOvr>
</p:sld>
</file>

<file path=ppt/slides/slide1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right! Give me the keys. I'll lock up myself.</a:t>
            </a:r>
          </a:p>
        </p:txBody>
      </p:sp>
    </p:spTree>
  </p:cSld>
  <p:clrMapOvr>
    <a:masterClrMapping/>
  </p:clrMapOvr>
</p:sld>
</file>

<file path=ppt/slides/slide1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you! Hurry the Hunter along. He's packing up his diplomas.</a:t>
            </a:r>
          </a:p>
        </p:txBody>
      </p:sp>
    </p:spTree>
  </p:cSld>
  <p:clrMapOvr>
    <a:masterClrMapping/>
  </p:clrMapOvr>
</p:sld>
</file>

<file path=ppt/slides/slide1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right.</a:t>
            </a:r>
          </a:p>
        </p:txBody>
      </p:sp>
    </p:spTree>
  </p:cSld>
  <p:clrMapOvr>
    <a:masterClrMapping/>
  </p:clrMapOvr>
</p:sld>
</file>

<file path=ppt/slides/slide1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Listen, you poor boy...</a:t>
            </a:r>
          </a:p>
        </p:txBody>
      </p:sp>
    </p:spTree>
  </p:cSld>
  <p:clrMapOvr>
    <a:masterClrMapping/>
  </p:clrMapOvr>
</p:sld>
</file>

<file path=ppt/slides/slide1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 on, I'll speak to him myself.</a:t>
            </a:r>
          </a:p>
        </p:txBody>
      </p:sp>
    </p:spTree>
  </p:cSld>
  <p:clrMapOvr>
    <a:masterClrMapping/>
  </p:clrMapOvr>
</p:sld>
</file>

<file path=ppt/slides/slide1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Hurry, or you'll be late and left behind!</a:t>
            </a:r>
          </a:p>
        </p:txBody>
      </p:sp>
    </p:spTree>
  </p:cSld>
  <p:clrMapOvr>
    <a:masterClrMapping/>
  </p:clrMapOvr>
</p:sld>
</file>

<file path=ppt/slides/slide1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Heaven forbid!</a:t>
            </a:r>
          </a:p>
        </p:txBody>
      </p:sp>
    </p:spTree>
  </p:cSld>
  <p:clrMapOvr>
    <a:masterClrMapping/>
  </p:clrMapOvr>
</p:sld>
</file>

<file path=ppt/slides/slide1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didn't kiss her. Coward! How could you? How dare you?!</a:t>
            </a:r>
          </a:p>
        </p:txBody>
      </p:sp>
    </p:spTree>
  </p:cSld>
  <p:clrMapOvr>
    <a:masterClrMapping/>
  </p:clrMapOvr>
</p:sld>
</file>

<file path=ppt/slides/slide1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did everything for you: I buried this inn in snow, I blocked every road,</a:t>
            </a:r>
          </a:p>
        </p:txBody>
      </p:sp>
    </p:spTree>
  </p:cSld>
  <p:clrMapOvr>
    <a:masterClrMapping/>
  </p:clrMapOvr>
</p:sld>
</file>

<file path=ppt/slides/slide1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brought you all together. She had nowhere else to go.</a:t>
            </a:r>
          </a:p>
        </p:txBody>
      </p:sp>
    </p:spTree>
  </p:cSld>
  <p:clrMapOvr>
    <a:masterClrMapping/>
  </p:clrMapOvr>
</p:sld>
</file>

<file path=ppt/slides/slide1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didn't you kiss her?</a:t>
            </a:r>
          </a:p>
        </p:txBody>
      </p:sp>
    </p:spTree>
  </p:cSld>
  <p:clrMapOvr>
    <a:masterClrMapping/>
  </p:clrMapOvr>
</p:sld>
</file>

<file path=ppt/slides/slide1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know perfectly well how it would have ended...</a:t>
            </a:r>
          </a:p>
        </p:txBody>
      </p:sp>
    </p:spTree>
  </p:cSld>
  <p:clrMapOvr>
    <a:masterClrMapping/>
  </p:clrMapOvr>
</p:sld>
</file>

<file path=ppt/slides/slide1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one thing: you never loved her.</a:t>
            </a:r>
          </a:p>
        </p:txBody>
      </p:sp>
    </p:spTree>
  </p:cSld>
  <p:clrMapOvr>
    <a:masterClrMapping/>
  </p:clrMapOvr>
</p:sld>
</file>

<file path=ppt/slides/slide1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not true.</a:t>
            </a:r>
          </a:p>
        </p:txBody>
      </p:sp>
    </p:spTree>
  </p:cSld>
  <p:clrMapOvr>
    <a:masterClrMapping/>
  </p:clrMapOvr>
</p:sld>
</file>

<file path=ppt/slides/slide1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did not!</a:t>
            </a:r>
          </a:p>
        </p:txBody>
      </p:sp>
    </p:spTree>
  </p:cSld>
  <p:clrMapOvr>
    <a:masterClrMapping/>
  </p:clrMapOvr>
</p:sld>
</file>

<file path=ppt/slides/slide1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Otherwise the mighty force of recklessness</a:t>
            </a:r>
          </a:p>
        </p:txBody>
      </p:sp>
    </p:spTree>
  </p:cSld>
  <p:clrMapOvr>
    <a:masterClrMapping/>
  </p:clrMapOvr>
</p:sld>
</file>

<file path=ppt/slides/slide1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would have swept you away!</a:t>
            </a:r>
          </a:p>
        </p:txBody>
      </p:sp>
    </p:spTree>
  </p:cSld>
  <p:clrMapOvr>
    <a:masterClrMapping/>
  </p:clrMapOvr>
</p:sld>
</file>

<file path=ppt/slides/slide1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dares to reason or predict</a:t>
            </a:r>
          </a:p>
        </p:txBody>
      </p:sp>
    </p:spTree>
  </p:cSld>
  <p:clrMapOvr>
    <a:masterClrMapping/>
  </p:clrMapOvr>
</p:sld>
</file>

<file path=ppt/slides/slide1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a human heart is seized by noble passion?</a:t>
            </a:r>
          </a:p>
        </p:txBody>
      </p:sp>
    </p:spTree>
  </p:cSld>
  <p:clrMapOvr>
    <a:masterClrMapping/>
  </p:clrMapOvr>
</p:sld>
</file>

<file path=ppt/slides/slide1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love of their homeland, soldiers trample death underfoot!</a:t>
            </a:r>
          </a:p>
        </p:txBody>
      </p:sp>
    </p:spTree>
  </p:cSld>
  <p:clrMapOvr>
    <a:masterClrMapping/>
  </p:clrMapOvr>
</p:sld>
</file>

<file path=ppt/slides/slide1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death turns and flees.</a:t>
            </a:r>
          </a:p>
        </p:txBody>
      </p:sp>
    </p:spTree>
  </p:cSld>
  <p:clrMapOvr>
    <a:masterClrMapping/>
  </p:clrMapOvr>
</p:sld>
</file>

<file path=ppt/slides/slide1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Paupers,</a:t>
            </a:r>
          </a:p>
        </p:txBody>
      </p:sp>
    </p:spTree>
  </p:cSld>
  <p:clrMapOvr>
    <a:masterClrMapping/>
  </p:clrMapOvr>
</p:sld>
</file>

<file path=ppt/slides/slide1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unarmed men, cast kings from their thrones for love of their fellow man!</a:t>
            </a:r>
          </a:p>
        </p:txBody>
      </p:sp>
    </p:spTree>
  </p:cSld>
  <p:clrMapOvr>
    <a:masterClrMapping/>
  </p:clrMapOvr>
</p:sld>
</file>

<file path=ppt/slides/slide1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you?</a:t>
            </a:r>
          </a:p>
        </p:txBody>
      </p:sp>
    </p:spTree>
  </p:cSld>
  <p:clrMapOvr>
    <a:masterClrMapping/>
  </p:clrMapOvr>
</p:sld>
</file>

<file path=ppt/slides/slide1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did you do for love of a girl?!</a:t>
            </a:r>
          </a:p>
        </p:txBody>
      </p:sp>
    </p:spTree>
  </p:cSld>
  <p:clrMapOvr>
    <a:masterClrMapping/>
  </p:clrMapOvr>
</p:sld>
</file>

<file path=ppt/slides/slide1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gave her up!</a:t>
            </a:r>
          </a:p>
        </p:txBody>
      </p:sp>
    </p:spTree>
  </p:cSld>
  <p:clrMapOvr>
    <a:masterClrMapping/>
  </p:clrMapOvr>
</p:sld>
</file>

<file path=ppt/slides/slide1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magnificent deed.</a:t>
            </a:r>
          </a:p>
        </p:txBody>
      </p:sp>
    </p:spTree>
  </p:cSld>
  <p:clrMapOvr>
    <a:masterClrMapping/>
  </p:clrMapOvr>
</p:sld>
</file>

<file path=ppt/slides/slide1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you know that only once in a lifetime do lovers have a day</a:t>
            </a:r>
          </a:p>
        </p:txBody>
      </p:sp>
    </p:spTree>
  </p:cSld>
  <p:clrMapOvr>
    <a:masterClrMapping/>
  </p:clrMapOvr>
</p:sld>
</file>

<file path=ppt/slides/slide1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everything goes their way?</a:t>
            </a:r>
          </a:p>
        </p:txBody>
      </p:sp>
    </p:spTree>
  </p:cSld>
  <p:clrMapOvr>
    <a:masterClrMapping/>
  </p:clrMapOvr>
</p:sld>
</file>

<file path=ppt/slides/slide1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let your happiness slip away. Farewell. I will help you no more.</a:t>
            </a:r>
          </a:p>
        </p:txBody>
      </p:sp>
    </p:spTree>
  </p:cSld>
  <p:clrMapOvr>
    <a:masterClrMapping/>
  </p:clrMapOvr>
</p:sld>
</file>

<file path=ppt/slides/slide1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Come, wife. Let's close the shutters.</a:t>
            </a:r>
          </a:p>
        </p:txBody>
      </p:sp>
    </p:spTree>
  </p:cSld>
  <p:clrMapOvr>
    <a:masterClrMapping/>
  </p:clrMapOvr>
</p:sld>
</file>

<file path=ppt/slides/slide1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along, my Wizard...</a:t>
            </a:r>
          </a:p>
        </p:txBody>
      </p:sp>
    </p:spTree>
  </p:cSld>
  <p:clrMapOvr>
    <a:masterClrMapping/>
  </p:clrMapOvr>
</p:sld>
</file>

<file path=ppt/slides/slide1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Would you like to kill your hundredth bear? — A bear?</a:t>
            </a:r>
          </a:p>
        </p:txBody>
      </p:sp>
    </p:spTree>
  </p:cSld>
  <p:clrMapOvr>
    <a:masterClrMapping/>
  </p:clrMapOvr>
</p:sld>
</file>

<file path=ppt/slides/slide1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hundredth?</a:t>
            </a:r>
          </a:p>
        </p:txBody>
      </p:sp>
    </p:spTree>
  </p:cSld>
  <p:clrMapOvr>
    <a:masterClrMapping/>
  </p:clrMapOvr>
</p:sld>
</file>

<file path=ppt/slides/slide1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yes! Sooner or later I'll find the Princess and kiss her,</a:t>
            </a:r>
          </a:p>
        </p:txBody>
      </p:sp>
    </p:spTree>
  </p:cSld>
  <p:clrMapOvr>
    <a:masterClrMapping/>
  </p:clrMapOvr>
</p:sld>
</file>

<file path=ppt/slides/slide1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then I'll turn into a bear...</a:t>
            </a:r>
          </a:p>
        </p:txBody>
      </p:sp>
    </p:spTree>
  </p:cSld>
  <p:clrMapOvr>
    <a:masterClrMapping/>
  </p:clrMapOvr>
</p:sld>
</file>

<file path=ppt/slides/slide1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that is where you...</a:t>
            </a:r>
          </a:p>
        </p:txBody>
      </p:sp>
    </p:spTree>
  </p:cSld>
  <p:clrMapOvr>
    <a:masterClrMapping/>
  </p:clrMapOvr>
</p:sld>
</file>

<file path=ppt/slides/slide1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see! Now that's novel. Tempting.</a:t>
            </a:r>
          </a:p>
        </p:txBody>
      </p:sp>
    </p:spTree>
  </p:cSld>
  <p:clrMapOvr>
    <a:masterClrMapping/>
  </p:clrMapOvr>
</p:sld>
</file>

<file path=ppt/slides/slide1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honestly, I feel awkward taking advantage of your kindness...</a:t>
            </a:r>
          </a:p>
        </p:txBody>
      </p:sp>
    </p:spTree>
  </p:cSld>
  <p:clrMapOvr>
    <a:masterClrMapping/>
  </p:clrMapOvr>
</p:sld>
</file>

<file path=ppt/slides/slide1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at all. Don't be shy.</a:t>
            </a:r>
          </a:p>
        </p:txBody>
      </p:sp>
    </p:spTree>
  </p:cSld>
  <p:clrMapOvr>
    <a:masterClrMapping/>
  </p:clrMapOvr>
</p:sld>
</file>

<file path=ppt/slides/slide1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And what will Her Royal Highness say to that? — She'll be delighted!</a:t>
            </a:r>
          </a:p>
        </p:txBody>
      </p:sp>
    </p:spTree>
  </p:cSld>
  <p:clrMapOvr>
    <a:masterClrMapping/>
  </p:clrMapOvr>
</p:sld>
</file>

<file path=ppt/slides/slide1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 then... Art demands sacrifice.</a:t>
            </a:r>
          </a:p>
        </p:txBody>
      </p:sp>
    </p:spTree>
  </p:cSld>
  <p:clrMapOvr>
    <a:masterClrMapping/>
  </p:clrMapOvr>
</p:sld>
</file>

<file path=ppt/slides/slide1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Thank you, my friend! Let's go! Curtain.</a:t>
            </a:r>
          </a:p>
        </p:txBody>
      </p:sp>
    </p:spTree>
  </p:cSld>
  <p:clrMapOvr>
    <a:masterClrMapping/>
  </p:clrMapOvr>
</p:sld>
</file>

<file path=ppt/slides/slide1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comes a day, there comes an hour, there comes a moment,</a:t>
            </a:r>
          </a:p>
        </p:txBody>
      </p:sp>
    </p:spTree>
  </p:cSld>
  <p:clrMapOvr>
    <a:masterClrMapping/>
  </p:clrMapOvr>
</p:sld>
</file>

<file path=ppt/slides/slide1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magic moment, and the bonds give way!</a:t>
            </a:r>
          </a:p>
        </p:txBody>
      </p:sp>
    </p:spTree>
  </p:cSld>
  <p:clrMapOvr>
    <a:masterClrMapping/>
  </p:clrMapOvr>
</p:sld>
</file>

<file path=ppt/slides/slide1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Granite boils and ice catches fire,</a:t>
            </a:r>
          </a:p>
        </p:txBody>
      </p:sp>
    </p:spTree>
  </p:cSld>
  <p:clrMapOvr>
    <a:masterClrMapping/>
  </p:clrMapOvr>
</p:sld>
</file>

<file path=ppt/slides/slide1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weightless down can knock you flat. What strange dismay!</a:t>
            </a:r>
          </a:p>
        </p:txBody>
      </p:sp>
    </p:spTree>
  </p:cSld>
  <p:clrMapOvr>
    <a:masterClrMapping/>
  </p:clrMapOvr>
</p:sld>
</file>

<file path=ppt/slides/slide1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suddenly the shackles of ancient spells fly to smithereens,</a:t>
            </a:r>
          </a:p>
        </p:txBody>
      </p:sp>
    </p:spTree>
  </p:cSld>
  <p:clrMapOvr>
    <a:masterClrMapping/>
  </p:clrMapOvr>
</p:sld>
</file>

<file path=ppt/slides/slide1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miracles break out everywhere,</a:t>
            </a:r>
          </a:p>
        </p:txBody>
      </p:sp>
    </p:spTree>
  </p:cSld>
  <p:clrMapOvr>
    <a:masterClrMapping/>
  </p:clrMapOvr>
</p:sld>
</file>

<file path=ppt/slides/slide1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heaven breathes with scorching heat! Rapture and passion!</a:t>
            </a:r>
          </a:p>
        </p:txBody>
      </p:sp>
    </p:spTree>
  </p:cSld>
  <p:clrMapOvr>
    <a:masterClrMapping/>
  </p:clrMapOvr>
</p:sld>
</file>

<file path=ppt/slides/slide1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Rapture and passion!</a:t>
            </a:r>
          </a:p>
        </p:txBody>
      </p:sp>
    </p:spTree>
  </p:cSld>
  <p:clrMapOvr>
    <a:masterClrMapping/>
  </p:clrMapOvr>
</p:sld>
</file>

<file path=ppt/slides/slide1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Absurd. Ridiculous. Reckless. Mad. Magical.</a:t>
            </a:r>
          </a:p>
        </p:txBody>
      </p:sp>
    </p:spTree>
  </p:cSld>
  <p:clrMapOvr>
    <a:masterClrMapping/>
  </p:clrMapOvr>
</p:sld>
</file>

<file path=ppt/slides/slide1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sense, no use, all out of tune, all out of place.</a:t>
            </a:r>
          </a:p>
        </p:txBody>
      </p:sp>
    </p:spTree>
  </p:cSld>
  <p:clrMapOvr>
    <a:masterClrMapping/>
  </p:clrMapOvr>
</p:sld>
</file>

<file path=ppt/slides/slide1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Completely.</a:t>
            </a:r>
          </a:p>
        </p:txBody>
      </p:sp>
    </p:spTree>
  </p:cSld>
  <p:clrMapOvr>
    <a:masterClrMapping/>
  </p:clrMapOvr>
</p:sld>
</file>

<file path=ppt/slides/slide1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whole year has passed... It's time to forget all this.</a:t>
            </a:r>
          </a:p>
        </p:txBody>
      </p:sp>
    </p:spTree>
  </p:cSld>
  <p:clrMapOvr>
    <a:masterClrMapping/>
  </p:clrMapOvr>
</p:sld>
</file>

<file path=ppt/slides/slide1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made up a bad fairy tale.</a:t>
            </a:r>
          </a:p>
        </p:txBody>
      </p:sp>
    </p:spTree>
  </p:cSld>
  <p:clrMapOvr>
    <a:masterClrMapping/>
  </p:clrMapOvr>
</p:sld>
</file>

<file path=ppt/slides/slide1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 time, you'll make up another. A beautiful, merry one.</a:t>
            </a:r>
          </a:p>
        </p:txBody>
      </p:sp>
    </p:spTree>
  </p:cSld>
  <p:clrMapOvr>
    <a:masterClrMapping/>
  </p:clrMapOvr>
</p:sld>
</file>

<file path=ppt/slides/slide1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I can't. This was my last fairy tale.</a:t>
            </a:r>
          </a:p>
        </p:txBody>
      </p:sp>
    </p:spTree>
  </p:cSld>
  <p:clrMapOvr>
    <a:masterClrMapping/>
  </p:clrMapOvr>
</p:sld>
</file>

<file path=ppt/slides/slide1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You! What joy, what happiness!</a:t>
            </a:r>
          </a:p>
        </p:txBody>
      </p:sp>
    </p:spTree>
  </p:cSld>
  <p:clrMapOvr>
    <a:masterClrMapping/>
  </p:clrMapOvr>
</p:sld>
</file>

<file path=ppt/slides/slide1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Hello, Emil and Emilia.</a:t>
            </a:r>
          </a:p>
        </p:txBody>
      </p:sp>
    </p:spTree>
  </p:cSld>
  <p:clrMapOvr>
    <a:masterClrMapping/>
  </p:clrMapOvr>
</p:sld>
</file>

<file path=ppt/slides/slide1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Why, you've gone and got married!</a:t>
            </a:r>
          </a:p>
        </p:txBody>
      </p:sp>
    </p:spTree>
  </p:cSld>
  <p:clrMapOvr>
    <a:masterClrMapping/>
  </p:clrMapOvr>
</p:sld>
</file>

<file path=ppt/slides/slide1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guessed it.</a:t>
            </a:r>
          </a:p>
        </p:txBody>
      </p:sp>
    </p:spTree>
  </p:cSld>
  <p:clrMapOvr>
    <a:masterClrMapping/>
  </p:clrMapOvr>
</p:sld>
</file>

<file path=ppt/slides/slide1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strike me down!</a:t>
            </a:r>
          </a:p>
        </p:txBody>
      </p:sp>
    </p:spTree>
  </p:cSld>
  <p:clrMapOvr>
    <a:masterClrMapping/>
  </p:clrMapOvr>
</p:sld>
</file>

<file path=ppt/slides/slide1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Bravo! You went and got married! Ha-ha-ha! Bravo!</a:t>
            </a:r>
          </a:p>
        </p:txBody>
      </p:sp>
    </p:spTree>
  </p:cSld>
  <p:clrMapOvr>
    <a:masterClrMapping/>
  </p:clrMapOvr>
</p:sld>
</file>

<file path=ppt/slides/slide1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Went and got married, the fools! Ha-ha-ha!</a:t>
            </a:r>
          </a:p>
        </p:txBody>
      </p:sp>
    </p:spTree>
  </p:cSld>
  <p:clrMapOvr>
    <a:masterClrMapping/>
  </p:clrMapOvr>
</p:sld>
</file>

<file path=ppt/slides/slide1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Princess?</a:t>
            </a:r>
          </a:p>
        </p:txBody>
      </p:sp>
    </p:spTree>
  </p:cSld>
  <p:clrMapOvr>
    <a:masterClrMapping/>
  </p:clrMapOvr>
</p:sld>
</file>

<file path=ppt/slides/slide1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well. She's heartsick. The Princess...</a:t>
            </a:r>
          </a:p>
        </p:txBody>
      </p:sp>
    </p:spTree>
  </p:cSld>
  <p:clrMapOvr>
    <a:masterClrMapping/>
  </p:clrMapOvr>
</p:sld>
</file>

<file path=ppt/slides/slide1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put off the wedding for a year, and that year runs out in an hour.</a:t>
            </a:r>
          </a:p>
        </p:txBody>
      </p:sp>
    </p:spTree>
  </p:cSld>
  <p:clrMapOvr>
    <a:masterClrMapping/>
  </p:clrMapOvr>
</p:sld>
</file>

<file path=ppt/slides/slide1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Unless a miracle happens, the poor girl will die.</a:t>
            </a:r>
          </a:p>
        </p:txBody>
      </p:sp>
    </p:spTree>
  </p:cSld>
  <p:clrMapOvr>
    <a:masterClrMapping/>
  </p:clrMapOvr>
</p:sld>
</file>

<file path=ppt/slides/slide1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Has he come?!</a:t>
            </a:r>
          </a:p>
        </p:txBody>
      </p:sp>
    </p:spTree>
  </p:cSld>
  <p:clrMapOvr>
    <a:masterClrMapping/>
  </p:clrMapOvr>
</p:sld>
</file>

<file path=ppt/slides/slide1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The Hunter is here, but the Bear is missing, heaven knows where.</a:t>
            </a:r>
          </a:p>
        </p:txBody>
      </p:sp>
    </p:spTree>
  </p:cSld>
  <p:clrMapOvr>
    <a:masterClrMapping/>
  </p:clrMapOvr>
</p:sld>
</file>

<file path=ppt/slides/slide1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Administrator has made himself Prince</a:t>
            </a:r>
          </a:p>
        </p:txBody>
      </p:sp>
    </p:spTree>
  </p:cSld>
  <p:clrMapOvr>
    <a:masterClrMapping/>
  </p:clrMapOvr>
</p:sld>
</file>

<file path=ppt/slides/slide1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won't let the Bear near the Princess.</a:t>
            </a:r>
          </a:p>
        </p:txBody>
      </p:sp>
    </p:spTree>
  </p:cSld>
  <p:clrMapOvr>
    <a:masterClrMapping/>
  </p:clrMapOvr>
</p:sld>
</file>

<file path=ppt/slides/slide1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isn't the Administrator keeping him away.</a:t>
            </a:r>
          </a:p>
        </p:txBody>
      </p:sp>
    </p:spTree>
  </p:cSld>
  <p:clrMapOvr>
    <a:masterClrMapping/>
  </p:clrMapOvr>
</p:sld>
</file>

<file path=ppt/slides/slide1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Then who is?
— We are.</a:t>
            </a:r>
          </a:p>
        </p:txBody>
      </p:sp>
    </p:spTree>
  </p:cSld>
  <p:clrMapOvr>
    <a:masterClrMapping/>
  </p:clrMapOvr>
</p:sld>
</file>

<file path=ppt/slides/slide1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Why?</a:t>
            </a:r>
          </a:p>
        </p:txBody>
      </p:sp>
    </p:spTree>
  </p:cSld>
  <p:clrMapOvr>
    <a:masterClrMapping/>
  </p:clrMapOvr>
</p:sld>
</file>

<file path=ppt/slides/slide1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Would you rather he turned into a bear before our very eyes</a:t>
            </a:r>
          </a:p>
        </p:txBody>
      </p:sp>
    </p:spTree>
  </p:cSld>
  <p:clrMapOvr>
    <a:masterClrMapping/>
  </p:clrMapOvr>
</p:sld>
</file>

<file path=ppt/slides/slide1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Hunter shot him dead?</a:t>
            </a:r>
          </a:p>
        </p:txBody>
      </p:sp>
    </p:spTree>
  </p:cSld>
  <p:clrMapOvr>
    <a:masterClrMapping/>
  </p:clrMapOvr>
</p:sld>
</file>

<file path=ppt/slides/slide1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The Princess must meet her end calmly, with dignity.</a:t>
            </a:r>
          </a:p>
        </p:txBody>
      </p:sp>
    </p:spTree>
  </p:cSld>
  <p:clrMapOvr>
    <a:masterClrMapping/>
  </p:clrMapOvr>
</p:sld>
</file>

<file path=ppt/slides/slide1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It'll be all right. It'll end in sorrow. Call them.</a:t>
            </a:r>
          </a:p>
        </p:txBody>
      </p:sp>
    </p:spTree>
  </p:cSld>
  <p:clrMapOvr>
    <a:masterClrMapping/>
  </p:clrMapOvr>
</p:sld>
</file>

<file path=ppt/slides/slide1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Call her friends to say goodbye to the Princess.</a:t>
            </a:r>
          </a:p>
        </p:txBody>
      </p:sp>
    </p:spTree>
  </p:cSld>
  <p:clrMapOvr>
    <a:masterClrMapping/>
  </p:clrMapOvr>
</p:sld>
</file>

<file path=ppt/slides/slide1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friends!</a:t>
            </a:r>
          </a:p>
        </p:txBody>
      </p:sp>
    </p:spTree>
  </p:cSld>
  <p:clrMapOvr>
    <a:masterClrMapping/>
  </p:clrMapOvr>
</p:sld>
</file>

<file path=ppt/slides/slide1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don't say it. We heard everything.</a:t>
            </a:r>
          </a:p>
        </p:txBody>
      </p:sp>
    </p:spTree>
  </p:cSld>
  <p:clrMapOvr>
    <a:masterClrMapping/>
  </p:clrMapOvr>
</p:sld>
</file>

<file path=ppt/slides/slide1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Hello. This is my wife, Amanda. We have a baby girl.</a:t>
            </a:r>
          </a:p>
        </p:txBody>
      </p:sp>
    </p:spTree>
  </p:cSld>
  <p:clrMapOvr>
    <a:masterClrMapping/>
  </p:clrMapOvr>
</p:sld>
</file>

<file path=ppt/slides/slide1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my wife is Orinthia. We have a boy.</a:t>
            </a:r>
          </a:p>
        </p:txBody>
      </p:sp>
    </p:spTree>
  </p:cSld>
  <p:clrMapOvr>
    <a:masterClrMapping/>
  </p:clrMapOvr>
</p:sld>
</file>

<file path=ppt/slides/slide1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 you are. The Princess suffers and fades, while life goes on.</a:t>
            </a:r>
          </a:p>
        </p:txBody>
      </p:sp>
    </p:spTree>
  </p:cSld>
  <p:clrMapOvr>
    <a:masterClrMapping/>
  </p:clrMapOvr>
</p:sld>
</file>

<file path=ppt/slides/slide1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Lucky souls.</a:t>
            </a:r>
          </a:p>
        </p:txBody>
      </p:sp>
    </p:spTree>
  </p:cSld>
  <p:clrMapOvr>
    <a:masterClrMapping/>
  </p:clrMapOvr>
</p:sld>
</file>

<file path=ppt/slides/slide1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funny... Yet I cannot bring myself to laugh.</a:t>
            </a:r>
          </a:p>
        </p:txBody>
      </p:sp>
    </p:spTree>
  </p:cSld>
  <p:clrMapOvr>
    <a:masterClrMapping/>
  </p:clrMapOvr>
</p:sld>
</file>

<file path=ppt/slides/slide1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Madam, let us bear this like grown-ups.</a:t>
            </a:r>
          </a:p>
        </p:txBody>
      </p:sp>
    </p:spTree>
  </p:cSld>
  <p:clrMapOvr>
    <a:masterClrMapping/>
  </p:clrMapOvr>
</p:sld>
</file>

<file path=ppt/slides/slide1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Even a tragic ending has a grandeur of its own.</a:t>
            </a:r>
          </a:p>
        </p:txBody>
      </p:sp>
    </p:spTree>
  </p:cSld>
  <p:clrMapOvr>
    <a:masterClrMapping/>
  </p:clrMapOvr>
</p:sld>
</file>

<file path=ppt/slides/slide1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grandeur? — It makes the survivors stop and think.</a:t>
            </a:r>
          </a:p>
        </p:txBody>
      </p:sp>
    </p:spTree>
  </p:cSld>
  <p:clrMapOvr>
    <a:masterClrMapping/>
  </p:clrMapOvr>
</p:sld>
</file>

<file path=ppt/slides/slide1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What's so grand about that?</a:t>
            </a:r>
          </a:p>
        </p:txBody>
      </p:sp>
    </p:spTree>
  </p:cSld>
  <p:clrMapOvr>
    <a:masterClrMapping/>
  </p:clrMapOvr>
</p:sld>
</file>

<file path=ppt/slides/slide1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shameful to kill off heroes just to stir the cold-hearted</a:t>
            </a:r>
          </a:p>
        </p:txBody>
      </p:sp>
    </p:spTree>
  </p:cSld>
  <p:clrMapOvr>
    <a:masterClrMapping/>
  </p:clrMapOvr>
</p:sld>
</file>

<file path=ppt/slides/slide1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wring tears from the indifferent.</a:t>
            </a:r>
          </a:p>
        </p:txBody>
      </p:sp>
    </p:spTree>
  </p:cSld>
  <p:clrMapOvr>
    <a:masterClrMapping/>
  </p:clrMapOvr>
</p:sld>
</file>

<file path=ppt/slides/slide1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can't abide it. Very well, let's speak of something else.</a:t>
            </a:r>
          </a:p>
        </p:txBody>
      </p:sp>
    </p:spTree>
  </p:cSld>
  <p:clrMapOvr>
    <a:masterClrMapping/>
  </p:clrMapOvr>
</p:sld>
</file>

<file path=ppt/slides/slide1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where is the poor King? Weeping, I suppose?</a:t>
            </a:r>
          </a:p>
        </p:txBody>
      </p:sp>
    </p:spTree>
  </p:cSld>
  <p:clrMapOvr>
    <a:masterClrMapping/>
  </p:clrMapOvr>
</p:sld>
</file>

<file path=ppt/slides/slide1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Playing cards. The old gadabout.</a:t>
            </a:r>
          </a:p>
        </p:txBody>
      </p:sp>
    </p:spTree>
  </p:cSld>
  <p:clrMapOvr>
    <a:masterClrMapping/>
  </p:clrMapOvr>
</p:sld>
</file>

<file path=ppt/slides/slide1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Madam, don't scold him! The fault is mine.</a:t>
            </a:r>
          </a:p>
        </p:txBody>
      </p:sp>
    </p:spTree>
  </p:cSld>
  <p:clrMapOvr>
    <a:masterClrMapping/>
  </p:clrMapOvr>
</p:sld>
</file>

<file path=ppt/slides/slide1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minister must tell his sovereign the whole truth,</a:t>
            </a:r>
          </a:p>
        </p:txBody>
      </p:sp>
    </p:spTree>
  </p:cSld>
  <p:clrMapOvr>
    <a:masterClrMapping/>
  </p:clrMapOvr>
</p:sld>
</file>

<file path=ppt/slides/slide1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was afraid of distressing His Majesty.</a:t>
            </a:r>
          </a:p>
        </p:txBody>
      </p:sp>
    </p:spTree>
  </p:cSld>
  <p:clrMapOvr>
    <a:masterClrMapping/>
  </p:clrMapOvr>
</p:sld>
</file>

<file path=ppt/slides/slide1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must open the King's eyes! We must!</a:t>
            </a:r>
          </a:p>
        </p:txBody>
      </p:sp>
    </p:spTree>
  </p:cSld>
  <p:clrMapOvr>
    <a:masterClrMapping/>
  </p:clrMapOvr>
</p:sld>
</file>

<file path=ppt/slides/slide1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King is coming. Do your duty, First Minister!</a:t>
            </a:r>
          </a:p>
        </p:txBody>
      </p:sp>
    </p:spTree>
  </p:cSld>
  <p:clrMapOvr>
    <a:masterClrMapping/>
  </p:clrMapOvr>
</p:sld>
</file>

<file path=ppt/slides/slide1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day. Good day. What glorious weather!</a:t>
            </a:r>
          </a:p>
        </p:txBody>
      </p:sp>
    </p:spTree>
  </p:cSld>
  <p:clrMapOvr>
    <a:masterClrMapping/>
  </p:clrMapOvr>
</p:sld>
</file>

<file path=ppt/slides/slide1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are things? How is the Princess?</a:t>
            </a:r>
          </a:p>
        </p:txBody>
      </p:sp>
    </p:spTree>
  </p:cSld>
  <p:clrMapOvr>
    <a:masterClrMapping/>
  </p:clrMapOvr>
</p:sld>
</file>

<file path=ppt/slides/slide1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don't answer. It's perfectly clear that all is well. Splendid, in fact.</a:t>
            </a:r>
          </a:p>
        </p:txBody>
      </p:sp>
    </p:spTree>
  </p:cSld>
  <p:clrMapOvr>
    <a:masterClrMapping/>
  </p:clrMapOvr>
</p:sld>
</file>

<file path=ppt/slides/slide1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Majesty!</a:t>
            </a:r>
          </a:p>
        </p:txBody>
      </p:sp>
    </p:spTree>
  </p:cSld>
  <p:clrMapOvr>
    <a:masterClrMapping/>
  </p:clrMapOvr>
</p:sld>
</file>

<file path=ppt/slides/slide1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Goodbye!</a:t>
            </a:r>
          </a:p>
        </p:txBody>
      </p:sp>
    </p:spTree>
  </p:cSld>
  <p:clrMapOvr>
    <a:masterClrMapping/>
  </p:clrMapOvr>
</p:sld>
</file>

<file path=ppt/slides/slide1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Your Majesty, hear me out!</a:t>
            </a:r>
          </a:p>
        </p:txBody>
      </p:sp>
    </p:spTree>
  </p:cSld>
  <p:clrMapOvr>
    <a:masterClrMapping/>
  </p:clrMapOvr>
</p:sld>
</file>

<file path=ppt/slides/slide1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ill. I'm upset. I want to sleep.</a:t>
            </a:r>
          </a:p>
        </p:txBody>
      </p:sp>
    </p:spTree>
  </p:cSld>
  <p:clrMapOvr>
    <a:masterClrMapping/>
  </p:clrMapOvr>
</p:sld>
</file>

<file path=ppt/slides/slide1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Hush-a-bye, come closer; prop my roof up tight.</a:t>
            </a:r>
          </a:p>
        </p:txBody>
      </p:sp>
    </p:spTree>
  </p:cSld>
  <p:clrMapOvr>
    <a:masterClrMapping/>
  </p:clrMapOvr>
</p:sld>
</file>

<file path=ppt/slides/slide1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slipped askew above me and nothing sits right.</a:t>
            </a:r>
          </a:p>
        </p:txBody>
      </p:sp>
    </p:spTree>
  </p:cSld>
  <p:clrMapOvr>
    <a:masterClrMapping/>
  </p:clrMapOvr>
</p:sld>
</file>

<file path=ppt/slides/slide1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nothing at all. I see nothing in sight.</a:t>
            </a:r>
          </a:p>
        </p:txBody>
      </p:sp>
    </p:spTree>
  </p:cSld>
  <p:clrMapOvr>
    <a:masterClrMapping/>
  </p:clrMapOvr>
</p:sld>
</file>

<file path=ppt/slides/slide1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hear nothing at all. Well, there's a fine plight!</a:t>
            </a:r>
          </a:p>
        </p:txBody>
      </p:sp>
    </p:spTree>
  </p:cSld>
  <p:clrMapOvr>
    <a:masterClrMapping/>
  </p:clrMapOvr>
</p:sld>
</file>

<file path=ppt/slides/slide1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Childish games and folly! You'll sleep through it all!</a:t>
            </a:r>
          </a:p>
        </p:txBody>
      </p:sp>
    </p:spTree>
  </p:cSld>
  <p:clrMapOvr>
    <a:masterClrMapping/>
  </p:clrMapOvr>
</p:sld>
</file>

<file path=ppt/slides/slide1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least try helping your daughter before the curtain falls!</a:t>
            </a:r>
          </a:p>
        </p:txBody>
      </p:sp>
    </p:spTree>
  </p:cSld>
  <p:clrMapOvr>
    <a:masterClrMapping/>
  </p:clrMapOvr>
</p:sld>
</file>

<file path=ppt/slides/slide1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Stop that Prince! Dismiss that fraud!</a:t>
            </a:r>
          </a:p>
        </p:txBody>
      </p:sp>
    </p:spTree>
  </p:cSld>
  <p:clrMapOvr>
    <a:masterClrMapping/>
  </p:clrMapOvr>
</p:sld>
</file>

<file path=ppt/slides/slide1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He'll send your daughter and your realm to the graveyard!</a:t>
            </a:r>
          </a:p>
        </p:txBody>
      </p:sp>
    </p:spTree>
  </p:cSld>
  <p:clrMapOvr>
    <a:masterClrMapping/>
  </p:clrMapOvr>
</p:sld>
</file>

<file path=ppt/slides/slide1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day long his hirelings haul bundles and cases</a:t>
            </a:r>
          </a:p>
        </p:txBody>
      </p:sp>
    </p:spTree>
  </p:cSld>
  <p:clrMapOvr>
    <a:masterClrMapping/>
  </p:clrMapOvr>
</p:sld>
</file>

<file path=ppt/slides/slide1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and fro, to and fro, blind to all they pass.</a:t>
            </a:r>
          </a:p>
        </p:txBody>
      </p:sp>
    </p:spTree>
  </p:cSld>
  <p:clrMapOvr>
    <a:masterClrMapping/>
  </p:clrMapOvr>
</p:sld>
</file>

<file path=ppt/slides/slide1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sold the finest medicines off to foreign places,</a:t>
            </a:r>
          </a:p>
        </p:txBody>
      </p:sp>
    </p:spTree>
  </p:cSld>
  <p:clrMapOvr>
    <a:masterClrMapping/>
  </p:clrMapOvr>
</p:sld>
</file>

<file path=ppt/slides/slide1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now no one knows how the Princess can be nursed back.</a:t>
            </a:r>
          </a:p>
        </p:txBody>
      </p:sp>
    </p:spTree>
  </p:cSld>
  <p:clrMapOvr>
    <a:masterClrMapping/>
  </p:clrMapOvr>
</p:sld>
</file>

<file path=ppt/slides/slide1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one knows how.</a:t>
            </a:r>
          </a:p>
        </p:txBody>
      </p:sp>
    </p:spTree>
  </p:cSld>
  <p:clrMapOvr>
    <a:masterClrMapping/>
  </p:clrMapOvr>
</p:sld>
</file>

<file path=ppt/slides/slide1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Hush-a-bye, come closer; prop my roof up tight.</a:t>
            </a:r>
          </a:p>
        </p:txBody>
      </p:sp>
    </p:spTree>
  </p:cSld>
  <p:clrMapOvr>
    <a:masterClrMapping/>
  </p:clrMapOvr>
</p:sld>
</file>

<file path=ppt/slides/slide1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slipped askew above me and nothing sits right.</a:t>
            </a:r>
          </a:p>
        </p:txBody>
      </p:sp>
    </p:spTree>
  </p:cSld>
  <p:clrMapOvr>
    <a:masterClrMapping/>
  </p:clrMapOvr>
</p:sld>
</file>

<file path=ppt/slides/slide1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know nothing at all. I see nothing in sight.</a:t>
            </a:r>
          </a:p>
        </p:txBody>
      </p:sp>
    </p:spTree>
  </p:cSld>
  <p:clrMapOvr>
    <a:masterClrMapping/>
  </p:clrMapOvr>
</p:sld>
</file>

<file path=ppt/slides/slide1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hear nothing at all. Well, there's a fine plight!</a:t>
            </a:r>
          </a:p>
        </p:txBody>
      </p:sp>
    </p:spTree>
  </p:cSld>
  <p:clrMapOvr>
    <a:masterClrMapping/>
  </p:clrMapOvr>
</p:sld>
</file>

<file path=ppt/slides/slide1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There's nothing I can do!</a:t>
            </a:r>
          </a:p>
        </p:txBody>
      </p:sp>
    </p:spTree>
  </p:cSld>
  <p:clrMapOvr>
    <a:masterClrMapping/>
  </p:clrMapOvr>
</p:sld>
</file>

<file path=ppt/slides/slide1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why?!</a:t>
            </a:r>
          </a:p>
        </p:txBody>
      </p:sp>
    </p:spTree>
  </p:cSld>
  <p:clrMapOvr>
    <a:masterClrMapping/>
  </p:clrMapOvr>
</p:sld>
</file>

<file path=ppt/slides/slide1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Because my line is degenerating, you fool!</a:t>
            </a:r>
          </a:p>
        </p:txBody>
      </p:sp>
    </p:spTree>
  </p:cSld>
  <p:clrMapOvr>
    <a:masterClrMapping/>
  </p:clrMapOvr>
</p:sld>
</file>

<file path=ppt/slides/slide1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Read a book before demanding the impossible of your King! What?!</a:t>
            </a:r>
          </a:p>
        </p:txBody>
      </p:sp>
    </p:spTree>
  </p:cSld>
  <p:clrMapOvr>
    <a:masterClrMapping/>
  </p:clrMapOvr>
</p:sld>
</file>

<file path=ppt/slides/slide1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Princess will die? Then let her!</a:t>
            </a:r>
          </a:p>
        </p:txBody>
      </p:sp>
    </p:spTree>
  </p:cSld>
  <p:clrMapOvr>
    <a:masterClrMapping/>
  </p:clrMapOvr>
</p:sld>
</file>

<file path=ppt/slides/slide1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moment I learn that horror truly threatens me, I'll follow her.</a:t>
            </a:r>
          </a:p>
        </p:txBody>
      </p:sp>
    </p:spTree>
  </p:cSld>
  <p:clrMapOvr>
    <a:masterClrMapping/>
  </p:clrMapOvr>
</p:sld>
</file>

<file path=ppt/slides/slide1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found some poison recently. Tried it on the cook.</a:t>
            </a:r>
          </a:p>
        </p:txBody>
      </p:sp>
    </p:spTree>
  </p:cSld>
  <p:clrMapOvr>
    <a:masterClrMapping/>
  </p:clrMapOvr>
</p:sld>
</file>

<file path=ppt/slides/slide1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dropped dead so beautifully, he never knew what hit him.</a:t>
            </a:r>
          </a:p>
        </p:txBody>
      </p:sp>
    </p:spTree>
  </p:cSld>
  <p:clrMapOvr>
    <a:masterClrMapping/>
  </p:clrMapOvr>
</p:sld>
</file>

<file path=ppt/slides/slide1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all the more, permit me to point something out to you, you,</a:t>
            </a:r>
          </a:p>
        </p:txBody>
      </p:sp>
    </p:spTree>
  </p:cSld>
  <p:clrMapOvr>
    <a:masterClrMapping/>
  </p:clrMapOvr>
</p:sld>
</file>

<file path=ppt/slides/slide1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you, you, Your Excellency: in my, in my opinion, you're a fool!</a:t>
            </a:r>
          </a:p>
        </p:txBody>
      </p:sp>
    </p:spTree>
  </p:cSld>
  <p:clrMapOvr>
    <a:masterClrMapping/>
  </p:clrMapOvr>
</p:sld>
</file>

<file path=ppt/slides/slide1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What did you call me?
— Your Excellency!</a:t>
            </a:r>
          </a:p>
        </p:txBody>
      </p:sp>
    </p:spTree>
  </p:cSld>
  <p:clrMapOvr>
    <a:masterClrMapping/>
  </p:clrMapOvr>
</p:sld>
</file>

<file path=ppt/slides/slide1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address me—the greatest of kings—by a mere general's title?</a:t>
            </a:r>
          </a:p>
        </p:txBody>
      </p:sp>
    </p:spTree>
  </p:cSld>
  <p:clrMapOvr>
    <a:masterClrMapping/>
  </p:clrMapOvr>
</p:sld>
</file>

<file path=ppt/slides/slide1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Is this mutiny?! Come here!</a:t>
            </a:r>
          </a:p>
        </p:txBody>
      </p:sp>
    </p:spTree>
  </p:cSld>
  <p:clrMapOvr>
    <a:masterClrMapping/>
  </p:clrMapOvr>
</p:sld>
</file>

<file path=ppt/slides/slide1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Yes. Yes, I have rebelled. And you are not the Greatest of Kings at all!</a:t>
            </a:r>
          </a:p>
        </p:txBody>
      </p:sp>
    </p:spTree>
  </p:cSld>
  <p:clrMapOvr>
    <a:masterClrMapping/>
  </p:clrMapOvr>
</p:sld>
</file>

<file path=ppt/slides/slide1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here, I said...</a:t>
            </a:r>
          </a:p>
        </p:txBody>
      </p:sp>
    </p:spTree>
  </p:cSld>
  <p:clrMapOvr>
    <a:masterClrMapping/>
  </p:clrMapOvr>
</p:sld>
</file>

<file path=ppt/slides/slide1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Merely an Outstanding One...</a:t>
            </a:r>
          </a:p>
        </p:txBody>
      </p:sp>
    </p:spTree>
  </p:cSld>
  <p:clrMapOvr>
    <a:masterClrMapping/>
  </p:clrMapOvr>
</p:sld>
</file>

<file path=ppt/slides/slide1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 here!</a:t>
            </a:r>
          </a:p>
        </p:txBody>
      </p:sp>
    </p:spTree>
  </p:cSld>
  <p:clrMapOvr>
    <a:masterClrMapping/>
  </p:clrMapOvr>
</p:sld>
</file>

<file path=ppt/slides/slide1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Take that! And I'm not finished!</a:t>
            </a:r>
          </a:p>
        </p:txBody>
      </p:sp>
    </p:spTree>
  </p:cSld>
  <p:clrMapOvr>
    <a:masterClrMapping/>
  </p:clrMapOvr>
</p:sld>
</file>

<file path=ppt/slides/slide1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Rumours of Your Holiness have been greatly exaggerated!</a:t>
            </a:r>
          </a:p>
        </p:txBody>
      </p:sp>
    </p:spTree>
  </p:cSld>
  <p:clrMapOvr>
    <a:masterClrMapping/>
  </p:clrMapOvr>
</p:sld>
</file>

<file path=ppt/slides/slide1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haven't earned your title of Honorary Saint!</a:t>
            </a:r>
          </a:p>
        </p:txBody>
      </p:sp>
    </p:spTree>
  </p:cSld>
  <p:clrMapOvr>
    <a:masterClrMapping/>
  </p:clrMapOvr>
</p:sld>
</file>

<file path=ppt/slides/slide1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only an ascetic, a hermit, a holy devotee—not a saint at all.</a:t>
            </a:r>
          </a:p>
        </p:txBody>
      </p:sp>
    </p:spTree>
  </p:cSld>
  <p:clrMapOvr>
    <a:masterClrMapping/>
  </p:clrMapOvr>
</p:sld>
</file>

<file path=ppt/slides/slide1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Water!</a:t>
            </a:r>
          </a:p>
        </p:txBody>
      </p:sp>
    </p:spTree>
  </p:cSld>
  <p:clrMapOvr>
    <a:masterClrMapping/>
  </p:clrMapOvr>
</p:sld>
</file>

<file path=ppt/slides/slide1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Don't give him water! Let him hear the truth.</a:t>
            </a:r>
          </a:p>
        </p:txBody>
      </p:sp>
    </p:spTree>
  </p:cSld>
  <p:clrMapOvr>
    <a:masterClrMapping/>
  </p:clrMapOvr>
</p:sld>
</file>

<file path=ppt/slides/slide1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Honorary Pope of Rome? You're no pope! No pope! No pope! There!</a:t>
            </a:r>
          </a:p>
        </p:txBody>
      </p:sp>
    </p:spTree>
  </p:cSld>
  <p:clrMapOvr>
    <a:masterClrMapping/>
  </p:clrMapOvr>
</p:sld>
</file>

<file path=ppt/slides/slide1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am the Pope... This is too much. Executioner!</a:t>
            </a:r>
          </a:p>
        </p:txBody>
      </p:sp>
    </p:spTree>
  </p:cSld>
  <p:clrMapOvr>
    <a:masterClrMapping/>
  </p:clrMapOvr>
</p:sld>
</file>

<file path=ppt/slides/slide1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won't come.</a:t>
            </a:r>
          </a:p>
        </p:txBody>
      </p:sp>
    </p:spTree>
  </p:cSld>
  <p:clrMapOvr>
    <a:masterClrMapping/>
  </p:clrMapOvr>
</p:sld>
</file>

<file path=ppt/slides/slide1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works</a:t>
            </a:r>
          </a:p>
        </p:txBody>
      </p:sp>
    </p:spTree>
  </p:cSld>
  <p:clrMapOvr>
    <a:masterClrMapping/>
  </p:clrMapOvr>
</p:sld>
</file>

<file path=ppt/slides/slide1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the Minister-Administrator's newspaper now. Writes verse.</a:t>
            </a:r>
          </a:p>
        </p:txBody>
      </p:sp>
    </p:spTree>
  </p:cSld>
  <p:clrMapOvr>
    <a:masterClrMapping/>
  </p:clrMapOvr>
</p:sld>
</file>

<file path=ppt/slides/slide1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Really?
— Yes.</a:t>
            </a:r>
          </a:p>
        </p:txBody>
      </p:sp>
    </p:spTree>
  </p:cSld>
  <p:clrMapOvr>
    <a:masterClrMapping/>
  </p:clrMapOvr>
</p:sld>
</file>

<file path=ppt/slides/slide1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Oh... Minister-Administrator! Come here! They're bullying me...</a:t>
            </a:r>
          </a:p>
        </p:txBody>
      </p:sp>
    </p:spTree>
  </p:cSld>
  <p:clrMapOvr>
    <a:masterClrMapping/>
  </p:clrMapOvr>
</p:sld>
</file>

<file path=ppt/slides/slide1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dares bully our splendid, down-to-earth, dear little King,</a:t>
            </a:r>
          </a:p>
        </p:txBody>
      </p:sp>
    </p:spTree>
  </p:cSld>
  <p:clrMapOvr>
    <a:masterClrMapping/>
  </p:clrMapOvr>
</p:sld>
</file>

<file path=ppt/slides/slide1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as I call him?</a:t>
            </a:r>
          </a:p>
        </p:txBody>
      </p:sp>
    </p:spTree>
  </p:cSld>
  <p:clrMapOvr>
    <a:masterClrMapping/>
  </p:clrMapOvr>
</p:sld>
</file>

<file path=ppt/slides/slide1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 do... They're bullying me... They say I must send you away.</a:t>
            </a:r>
          </a:p>
        </p:txBody>
      </p:sp>
    </p:spTree>
  </p:cSld>
  <p:clrMapOvr>
    <a:masterClrMapping/>
  </p:clrMapOvr>
</p:sld>
</file>

<file path=ppt/slides/slide1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Indeed? What vile intrigue! As I call it.</a:t>
            </a:r>
          </a:p>
        </p:txBody>
      </p:sp>
    </p:spTree>
  </p:cSld>
  <p:clrMapOvr>
    <a:masterClrMapping/>
  </p:clrMapOvr>
</p:sld>
</file>

<file path=ppt/slides/slide1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 frighten me. They say the Princess is going to die...</a:t>
            </a:r>
          </a:p>
        </p:txBody>
      </p:sp>
    </p:spTree>
  </p:cSld>
  <p:clrMapOvr>
    <a:masterClrMapping/>
  </p:clrMapOvr>
</p:sld>
</file>

<file path=ppt/slides/slide1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Indeed? Of what?
— Of love, or something.</a:t>
            </a:r>
          </a:p>
        </p:txBody>
      </p:sp>
    </p:spTree>
  </p:cSld>
  <p:clrMapOvr>
    <a:masterClrMapping/>
  </p:clrMapOvr>
</p:sld>
</file>

<file path=ppt/slides/slide1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nonsense! Delirium, as I call it.</a:t>
            </a:r>
          </a:p>
        </p:txBody>
      </p:sp>
    </p:spTree>
  </p:cSld>
  <p:clrMapOvr>
    <a:masterClrMapping/>
  </p:clrMapOvr>
</p:sld>
</file>

<file path=ppt/slides/slide1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Our mutual physician—the dear King's</a:t>
            </a:r>
          </a:p>
        </p:txBody>
      </p:sp>
    </p:spTree>
  </p:cSld>
  <p:clrMapOvr>
    <a:masterClrMapping/>
  </p:clrMapOvr>
</p:sld>
</file>

<file path=ppt/slides/slide1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mine—examined the Princess only yesterday and found</a:t>
            </a:r>
          </a:p>
        </p:txBody>
      </p:sp>
    </p:spTree>
  </p:cSld>
  <p:clrMapOvr>
    <a:masterClrMapping/>
  </p:clrMapOvr>
</p:sld>
</file>

<file path=ppt/slides/slide1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trace of any illness brought on by love!</a:t>
            </a:r>
          </a:p>
        </p:txBody>
      </p:sp>
    </p:spTree>
  </p:cSld>
  <p:clrMapOvr>
    <a:masterClrMapping/>
  </p:clrMapOvr>
</p:sld>
</file>

<file path=ppt/slides/slide1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see!</a:t>
            </a:r>
          </a:p>
        </p:txBody>
      </p:sp>
    </p:spTree>
  </p:cSld>
  <p:clrMapOvr>
    <a:masterClrMapping/>
  </p:clrMapOvr>
</p:sld>
</file>

<file path=ppt/slides/slide1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 my first point.</a:t>
            </a:r>
          </a:p>
        </p:txBody>
      </p:sp>
    </p:spTree>
  </p:cSld>
  <p:clrMapOvr>
    <a:masterClrMapping/>
  </p:clrMapOvr>
</p:sld>
</file>

<file path=ppt/slides/slide1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Second: love produces amusing ailments, all perfectly curable.</a:t>
            </a:r>
          </a:p>
        </p:txBody>
      </p:sp>
    </p:spTree>
  </p:cSld>
  <p:clrMapOvr>
    <a:masterClrMapping/>
  </p:clrMapOvr>
</p:sld>
</file>

<file path=ppt/slides/slide1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where does death come into it?!</a:t>
            </a:r>
          </a:p>
        </p:txBody>
      </p:sp>
    </p:spTree>
  </p:cSld>
  <p:clrMapOvr>
    <a:masterClrMapping/>
  </p:clrMapOvr>
</p:sld>
</file>

<file path=ppt/slides/slide1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That's what I told you!</a:t>
            </a:r>
          </a:p>
        </p:txBody>
      </p:sp>
    </p:spTree>
  </p:cSld>
  <p:clrMapOvr>
    <a:masterClrMapping/>
  </p:clrMapOvr>
</p:sld>
</file>

<file path=ppt/slides/slide1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Doctor knows best whether the Princess is in danger!</a:t>
            </a:r>
          </a:p>
        </p:txBody>
      </p:sp>
    </p:spTree>
  </p:cSld>
  <p:clrMapOvr>
    <a:masterClrMapping/>
  </p:clrMapOvr>
</p:sld>
</file>

<file path=ppt/slides/slide1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staked his own head on the Princess</a:t>
            </a:r>
          </a:p>
        </p:txBody>
      </p:sp>
    </p:spTree>
  </p:cSld>
  <p:clrMapOvr>
    <a:masterClrMapping/>
  </p:clrMapOvr>
</p:sld>
</file>

<file path=ppt/slides/slide1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recovering any moment now.</a:t>
            </a:r>
          </a:p>
        </p:txBody>
      </p:sp>
    </p:spTree>
  </p:cSld>
  <p:clrMapOvr>
    <a:masterClrMapping/>
  </p:clrMapOvr>
</p:sld>
</file>

<file path=ppt/slides/slide1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It's merely bridal fever, as I call it.</a:t>
            </a:r>
          </a:p>
        </p:txBody>
      </p:sp>
    </p:spTree>
  </p:cSld>
  <p:clrMapOvr>
    <a:masterClrMapping/>
  </p:clrMapOvr>
</p:sld>
</file>

<file path=ppt/slides/slide1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Disaster! Disaster! The Doctor has fled!</a:t>
            </a:r>
          </a:p>
        </p:txBody>
      </p:sp>
    </p:spTree>
  </p:cSld>
  <p:clrMapOvr>
    <a:masterClrMapping/>
  </p:clrMapOvr>
</p:sld>
</file>

<file path=ppt/slides/slide1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Where? Tell us, tell us! Please!</a:t>
            </a:r>
          </a:p>
        </p:txBody>
      </p:sp>
    </p:spTree>
  </p:cSld>
  <p:clrMapOvr>
    <a:masterClrMapping/>
  </p:clrMapOvr>
</p:sld>
</file>

<file path=ppt/slides/slide1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At once, Your Majesty!</a:t>
            </a:r>
          </a:p>
        </p:txBody>
      </p:sp>
    </p:spTree>
  </p:cSld>
  <p:clrMapOvr>
    <a:masterClrMapping/>
  </p:clrMapOvr>
</p:sld>
</file>

<file path=ppt/slides/slide1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went to the Doctor for calming drops, and what did I find?</a:t>
            </a:r>
          </a:p>
        </p:txBody>
      </p:sp>
    </p:spTree>
  </p:cSld>
  <p:clrMapOvr>
    <a:masterClrMapping/>
  </p:clrMapOvr>
</p:sld>
</file>

<file path=ppt/slides/slide1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His rooms unlocked,</a:t>
            </a:r>
          </a:p>
        </p:txBody>
      </p:sp>
    </p:spTree>
  </p:cSld>
  <p:clrMapOvr>
    <a:masterClrMapping/>
  </p:clrMapOvr>
</p:sld>
</file>

<file path=ppt/slides/slide1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drawers open, cupboards bare, and a note on the table.</a:t>
            </a:r>
          </a:p>
        </p:txBody>
      </p:sp>
    </p:spTree>
  </p:cSld>
  <p:clrMapOvr>
    <a:masterClrMapping/>
  </p:clrMapOvr>
</p:sld>
</file>

<file path=ppt/slides/slide1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Here it is!</a:t>
            </a:r>
          </a:p>
        </p:txBody>
      </p:sp>
    </p:spTree>
  </p:cSld>
  <p:clrMapOvr>
    <a:masterClrMapping/>
  </p:clrMapOvr>
</p:sld>
</file>

<file path=ppt/slides/slide1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No... Keep it away... I don't want it... I...</a:t>
            </a:r>
          </a:p>
        </p:txBody>
      </p:sp>
    </p:spTree>
  </p:cSld>
  <p:clrMapOvr>
    <a:masterClrMapping/>
  </p:clrMapOvr>
</p:sld>
</file>

<file path=ppt/slides/slide1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I'm afraid... What sort of world is this, eh?</a:t>
            </a:r>
          </a:p>
        </p:txBody>
      </p:sp>
    </p:spTree>
  </p:cSld>
  <p:clrMapOvr>
    <a:masterClrMapping/>
  </p:clrMapOvr>
</p:sld>
</file>

<file path=ppt/slides/slide1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They've taken my Executioner.</a:t>
            </a:r>
          </a:p>
        </p:txBody>
      </p:sp>
    </p:spTree>
  </p:cSld>
  <p:clrMapOvr>
    <a:masterClrMapping/>
  </p:clrMapOvr>
</p:sld>
</file>

<file path=ppt/slides/slide1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They've taken my gendarmes. And now they frighten me.</a:t>
            </a:r>
          </a:p>
        </p:txBody>
      </p:sp>
    </p:spTree>
  </p:cSld>
  <p:clrMapOvr>
    <a:masterClrMapping/>
  </p:clrMapOvr>
</p:sld>
</file>

<file path=ppt/slides/slide1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You're swine, not loyal subjects.</a:t>
            </a:r>
          </a:p>
        </p:txBody>
      </p:sp>
    </p:spTree>
  </p:cSld>
  <p:clrMapOvr>
    <a:masterClrMapping/>
  </p:clrMapOvr>
</p:sld>
</file>

<file path=ppt/slides/slide1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don't you dare follow me. I won't listen to you.</a:t>
            </a:r>
          </a:p>
        </p:txBody>
      </p:sp>
    </p:spTree>
  </p:cSld>
  <p:clrMapOvr>
    <a:masterClrMapping/>
  </p:clrMapOvr>
</p:sld>
</file>

<file path=ppt/slides/slide1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won't listen. I won't...</a:t>
            </a:r>
          </a:p>
        </p:txBody>
      </p:sp>
    </p:spTree>
  </p:cSld>
  <p:clrMapOvr>
    <a:masterClrMapping/>
  </p:clrMapOvr>
</p:sld>
</file>

<file path=ppt/slides/slide1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Yes... The dear little King has grown old.</a:t>
            </a:r>
          </a:p>
        </p:txBody>
      </p:sp>
    </p:spTree>
  </p:cSld>
  <p:clrMapOvr>
    <a:masterClrMapping/>
  </p:clrMapOvr>
</p:sld>
</file>

<file path=ppt/slides/slide1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Who wouldn't, with you around, damn it...</a:t>
            </a:r>
          </a:p>
        </p:txBody>
      </p:sp>
    </p:spTree>
  </p:cSld>
  <p:clrMapOvr>
    <a:masterClrMapping/>
  </p:clrMapOvr>
</p:sld>
</file>

<file path=ppt/slides/slide1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Enough chatter! As I call it. Show me the note.</a:t>
            </a:r>
          </a:p>
        </p:txBody>
      </p:sp>
    </p:spTree>
  </p:cSld>
  <p:clrMapOvr>
    <a:masterClrMapping/>
  </p:clrMapOvr>
</p:sld>
</file>

<file path=ppt/slides/slide1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Read it aloud to us, Mr Hunter!</a:t>
            </a:r>
          </a:p>
        </p:txBody>
      </p:sp>
    </p:spTree>
  </p:cSld>
  <p:clrMapOvr>
    <a:masterClrMapping/>
  </p:clrMapOvr>
</p:sld>
</file>

<file path=ppt/slides/slide1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Certainly. It's very simple. ‘Only a miracle can save the Princess.</a:t>
            </a:r>
          </a:p>
        </p:txBody>
      </p:sp>
    </p:spTree>
  </p:cSld>
  <p:clrMapOvr>
    <a:masterClrMapping/>
  </p:clrMapOvr>
</p:sld>
</file>

<file path=ppt/slides/slide1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have done her to death. And you will blame me for it.</a:t>
            </a:r>
          </a:p>
        </p:txBody>
      </p:sp>
    </p:spTree>
  </p:cSld>
  <p:clrMapOvr>
    <a:masterClrMapping/>
  </p:clrMapOvr>
</p:sld>
</file>

<file path=ppt/slides/slide1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a doctor is human too. He has his weaknesses. He wants to live.</a:t>
            </a:r>
          </a:p>
        </p:txBody>
      </p:sp>
    </p:spTree>
  </p:cSld>
  <p:clrMapOvr>
    <a:masterClrMapping/>
  </p:clrMapOvr>
</p:sld>
</file>

<file path=ppt/slides/slide1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Farewell. The Doctor.’</a:t>
            </a:r>
          </a:p>
        </p:txBody>
      </p:sp>
    </p:spTree>
  </p:cSld>
  <p:clrMapOvr>
    <a:masterClrMapping/>
  </p:clrMapOvr>
</p:sld>
</file>

<file path=ppt/slides/slide1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are you all standing there?! Bring the Doctor back!</a:t>
            </a:r>
          </a:p>
        </p:txBody>
      </p:sp>
    </p:spTree>
  </p:cSld>
  <p:clrMapOvr>
    <a:masterClrMapping/>
  </p:clrMapOvr>
</p:sld>
</file>

<file path=ppt/slides/slide1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Pin the whole thing on him! Quickly!</a:t>
            </a:r>
          </a:p>
        </p:txBody>
      </p:sp>
    </p:spTree>
  </p:cSld>
  <p:clrMapOvr>
    <a:masterClrMapping/>
  </p:clrMapOvr>
</p:sld>
</file>

<file path=ppt/slides/slide1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gentlemen, don't get up. Don't move!</a:t>
            </a:r>
          </a:p>
        </p:txBody>
      </p:sp>
    </p:spTree>
  </p:cSld>
  <p:clrMapOvr>
    <a:masterClrMapping/>
  </p:clrMapOvr>
</p:sld>
</file>

<file path=ppt/slides/slide1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lovely. You are here too, my dear Wizard. And you as well.</a:t>
            </a:r>
          </a:p>
        </p:txBody>
      </p:sp>
    </p:spTree>
  </p:cSld>
  <p:clrMapOvr>
    <a:masterClrMapping/>
  </p:clrMapOvr>
</p:sld>
</file>

<file path=ppt/slides/slide1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an extraordinary day this is. Everything has gone my way today.</a:t>
            </a:r>
          </a:p>
        </p:txBody>
      </p:sp>
    </p:spTree>
  </p:cSld>
  <p:clrMapOvr>
    <a:masterClrMapping/>
  </p:clrMapOvr>
</p:sld>
</file>

<file path=ppt/slides/slide1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When I look back on my life, only happy memories come to me.</a:t>
            </a:r>
          </a:p>
        </p:txBody>
      </p:sp>
    </p:spTree>
  </p:cSld>
  <p:clrMapOvr>
    <a:masterClrMapping/>
  </p:clrMapOvr>
</p:sld>
</file>

<file path=ppt/slides/slide1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Life is smiling on me in farewell.</a:t>
            </a:r>
          </a:p>
        </p:txBody>
      </p:sp>
    </p:spTree>
  </p:cSld>
  <p:clrMapOvr>
    <a:masterClrMapping/>
  </p:clrMapOvr>
</p:sld>
</file>

<file path=ppt/slides/slide1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Have they told you I am to die today?</a:t>
            </a:r>
          </a:p>
        </p:txBody>
      </p:sp>
    </p:spTree>
  </p:cSld>
  <p:clrMapOvr>
    <a:masterClrMapping/>
  </p:clrMapOvr>
</p:sld>
</file>

<file path=ppt/slides/slide1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Ah!</a:t>
            </a:r>
          </a:p>
        </p:txBody>
      </p:sp>
    </p:spTree>
  </p:cSld>
  <p:clrMapOvr>
    <a:masterClrMapping/>
  </p:clrMapOvr>
</p:sld>
</file>

<file path=ppt/slides/slide1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Death has drawn so near that I can see everything clearly.</a:t>
            </a:r>
          </a:p>
        </p:txBody>
      </p:sp>
    </p:spTree>
  </p:cSld>
  <p:clrMapOvr>
    <a:masterClrMapping/>
  </p:clrMapOvr>
</p:sld>
</file>

<file path=ppt/slides/slide1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enough of that.</a:t>
            </a:r>
          </a:p>
        </p:txBody>
      </p:sp>
    </p:spTree>
  </p:cSld>
  <p:clrMapOvr>
    <a:masterClrMapping/>
  </p:clrMapOvr>
</p:sld>
</file>

<file path=ppt/slides/slide1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friends, be even kinder to me than you have always been.</a:t>
            </a:r>
          </a:p>
        </p:txBody>
      </p:sp>
    </p:spTree>
  </p:cSld>
  <p:clrMapOvr>
    <a:masterClrMapping/>
  </p:clrMapOvr>
</p:sld>
</file>

<file path=ppt/slides/slide1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Try to brighten my final moments.</a:t>
            </a:r>
          </a:p>
        </p:txBody>
      </p:sp>
    </p:spTree>
  </p:cSld>
  <p:clrMapOvr>
    <a:masterClrMapping/>
  </p:clrMapOvr>
</p:sld>
</file>

<file path=ppt/slides/slide1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Anything you wish, Princess. We'll do it.</a:t>
            </a:r>
          </a:p>
        </p:txBody>
      </p:sp>
    </p:spTree>
  </p:cSld>
  <p:clrMapOvr>
    <a:masterClrMapping/>
  </p:clrMapOvr>
</p:sld>
</file>

<file path=ppt/slides/slide1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Talk to me as though nothing were wrong. Joke, smile.</a:t>
            </a:r>
          </a:p>
        </p:txBody>
      </p:sp>
    </p:spTree>
  </p:cSld>
  <p:clrMapOvr>
    <a:masterClrMapping/>
  </p:clrMapOvr>
</p:sld>
</file>

<file path=ppt/slides/slide1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Tell me anything at all.</a:t>
            </a:r>
          </a:p>
        </p:txBody>
      </p:sp>
    </p:spTree>
  </p:cSld>
  <p:clrMapOvr>
    <a:masterClrMapping/>
  </p:clrMapOvr>
</p:sld>
</file>

<file path=ppt/slides/slide1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Anything to keep me from thinking of what will happen to me so soon.</a:t>
            </a:r>
          </a:p>
        </p:txBody>
      </p:sp>
    </p:spTree>
  </p:cSld>
  <p:clrMapOvr>
    <a:masterClrMapping/>
  </p:clrMapOvr>
</p:sld>
</file>

<file path=ppt/slides/slide1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Orinthia, Amanda, are the two of you happily married?</a:t>
            </a:r>
          </a:p>
        </p:txBody>
      </p:sp>
    </p:spTree>
  </p:cSld>
  <p:clrMapOvr>
    <a:masterClrMapping/>
  </p:clrMapOvr>
</p:sld>
</file>

<file path=ppt/slides/slide1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Not as we imagined, but yes, we are.</a:t>
            </a:r>
          </a:p>
        </p:txBody>
      </p:sp>
    </p:spTree>
  </p:cSld>
  <p:clrMapOvr>
    <a:masterClrMapping/>
  </p:clrMapOvr>
</p:sld>
</file>

<file path=ppt/slides/slide1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All the time?
— Quite often.</a:t>
            </a:r>
          </a:p>
        </p:txBody>
      </p:sp>
    </p:spTree>
  </p:cSld>
  <p:clrMapOvr>
    <a:masterClrMapping/>
  </p:clrMapOvr>
</p:sld>
</file>

<file path=ppt/slides/slide1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Are you good wives?
— Very!</a:t>
            </a:r>
          </a:p>
        </p:txBody>
      </p:sp>
    </p:spTree>
  </p:cSld>
  <p:clrMapOvr>
    <a:masterClrMapping/>
  </p:clrMapOvr>
</p:sld>
</file>

<file path=ppt/slides/slide1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other hunters are simply bursting with envy.</a:t>
            </a:r>
          </a:p>
        </p:txBody>
      </p:sp>
    </p:spTree>
  </p:cSld>
  <p:clrMapOvr>
    <a:masterClrMapping/>
  </p:clrMapOvr>
</p:sld>
</file>

<file path=ppt/slides/slide1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let the wives answer for themselves. Are you good wives?</a:t>
            </a:r>
          </a:p>
        </p:txBody>
      </p:sp>
    </p:spTree>
  </p:cSld>
  <p:clrMapOvr>
    <a:masterClrMapping/>
  </p:clrMapOvr>
</p:sld>
</file>

<file path=ppt/slides/slide1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don't know, Princess. I suppose I'm not too bad.</a:t>
            </a:r>
          </a:p>
        </p:txBody>
      </p:sp>
    </p:spTree>
  </p:cSld>
  <p:clrMapOvr>
    <a:masterClrMapping/>
  </p:clrMapOvr>
</p:sld>
</file>

<file path=ppt/slides/slide1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love my husband and child so terribly much...</a:t>
            </a:r>
          </a:p>
        </p:txBody>
      </p:sp>
    </p:spTree>
  </p:cSld>
  <p:clrMapOvr>
    <a:masterClrMapping/>
  </p:clrMapOvr>
</p:sld>
</file>

<file path=ppt/slides/slide1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do I.</a:t>
            </a:r>
          </a:p>
        </p:txBody>
      </p:sp>
    </p:spTree>
  </p:cSld>
  <p:clrMapOvr>
    <a:masterClrMapping/>
  </p:clrMapOvr>
</p:sld>
</file>

<file path=ppt/slides/slide1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lucky you are! How much you must live through,</a:t>
            </a:r>
          </a:p>
        </p:txBody>
      </p:sp>
    </p:spTree>
  </p:cSld>
  <p:clrMapOvr>
    <a:masterClrMapping/>
  </p:clrMapOvr>
</p:sld>
</file>

<file path=ppt/slides/slide1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how deeply you must feel, to change so much!</a:t>
            </a:r>
          </a:p>
        </p:txBody>
      </p:sp>
    </p:spTree>
  </p:cSld>
  <p:clrMapOvr>
    <a:masterClrMapping/>
  </p:clrMapOvr>
</p:sld>
</file>

<file path=ppt/slides/slide1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all I ever did was pine. Life, life... The same old people.</a:t>
            </a:r>
          </a:p>
        </p:txBody>
      </p:sp>
    </p:spTree>
  </p:cSld>
  <p:clrMapOvr>
    <a:masterClrMapping/>
  </p:clrMapOvr>
</p:sld>
</file>

<file path=ppt/slides/slide1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same old words.</a:t>
            </a:r>
          </a:p>
        </p:txBody>
      </p:sp>
    </p:spTree>
  </p:cSld>
  <p:clrMapOvr>
    <a:masterClrMapping/>
  </p:clrMapOvr>
</p:sld>
</file>

<file path=ppt/slides/slide1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do not hear them. I hear the voice of hope, and it grows fainter.</a:t>
            </a:r>
          </a:p>
        </p:txBody>
      </p:sp>
    </p:spTree>
  </p:cSld>
  <p:clrMapOvr>
    <a:masterClrMapping/>
  </p:clrMapOvr>
</p:sld>
</file>

<file path=ppt/slides/slide1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One dull note keeps scraping, aching: still he is not here,</a:t>
            </a:r>
          </a:p>
        </p:txBody>
      </p:sp>
    </p:spTree>
  </p:cSld>
  <p:clrMapOvr>
    <a:masterClrMapping/>
  </p:clrMapOvr>
</p:sld>
</file>

<file path=ppt/slides/slide1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still he is not here, and waiting is no use.</a:t>
            </a:r>
          </a:p>
        </p:txBody>
      </p:sp>
    </p:spTree>
  </p:cSld>
  <p:clrMapOvr>
    <a:masterClrMapping/>
  </p:clrMapOvr>
</p:sld>
</file>

<file path=ppt/slides/slide1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seconds flow; my span of life drips softly away.</a:t>
            </a:r>
          </a:p>
        </p:txBody>
      </p:sp>
    </p:spTree>
  </p:cSld>
  <p:clrMapOvr>
    <a:masterClrMapping/>
  </p:clrMapOvr>
</p:sld>
</file>

<file path=ppt/slides/slide1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Tonight, I know for certain, it will run dry.</a:t>
            </a:r>
          </a:p>
        </p:txBody>
      </p:sp>
    </p:spTree>
  </p:cSld>
  <p:clrMapOvr>
    <a:masterClrMapping/>
  </p:clrMapOvr>
</p:sld>
</file>

<file path=ppt/slides/slide1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 old crone in black will come for me, scythe in hand.</a:t>
            </a:r>
          </a:p>
        </p:txBody>
      </p:sp>
    </p:spTree>
  </p:cSld>
  <p:clrMapOvr>
    <a:masterClrMapping/>
  </p:clrMapOvr>
</p:sld>
</file>

<file path=ppt/slides/slide1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She'll cloak me, and I will follow meekly.</a:t>
            </a:r>
          </a:p>
        </p:txBody>
      </p:sp>
    </p:spTree>
  </p:cSld>
  <p:clrMapOvr>
    <a:masterClrMapping/>
  </p:clrMapOvr>
</p:sld>
</file>

<file path=ppt/slides/slide1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-1 -2</a:t>
            </a:r>
          </a:p>
        </p:txBody>
      </p:sp>
    </p:spTree>
  </p:cSld>
  <p:clrMapOvr>
    <a:masterClrMapping/>
  </p:clrMapOvr>
</p:sld>
</file>

<file path=ppt/slides/slide1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Who is it? — What do you mean, Princess? There is no one there.</a:t>
            </a:r>
          </a:p>
        </p:txBody>
      </p:sp>
    </p:spTree>
  </p:cSld>
  <p:clrMapOvr>
    <a:masterClrMapping/>
  </p:clrMapOvr>
</p:sld>
</file>

<file path=ppt/slides/slide1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Footsteps. Can you hear them?
— It is she.</a:t>
            </a:r>
          </a:p>
        </p:txBody>
      </p:sp>
    </p:spTree>
  </p:cSld>
  <p:clrMapOvr>
    <a:masterClrMapping/>
  </p:clrMapOvr>
</p:sld>
</file>

<file path=ppt/slides/slide1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No. It is he. It is he!</a:t>
            </a:r>
          </a:p>
        </p:txBody>
      </p:sp>
    </p:spTree>
  </p:cSld>
  <p:clrMapOvr>
    <a:masterClrMapping/>
  </p:clrMapOvr>
</p:sld>
</file>

<file path=ppt/slides/slide1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Everyone leave, except the Princess.</a:t>
            </a:r>
          </a:p>
        </p:txBody>
      </p:sp>
    </p:spTree>
  </p:cSld>
  <p:clrMapOvr>
    <a:masterClrMapping/>
  </p:clrMapOvr>
</p:sld>
</file>

<file path=ppt/slides/slide1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Have you come to see me?
— Yes. Hello. Why are you crying?</a:t>
            </a:r>
          </a:p>
        </p:txBody>
      </p:sp>
    </p:spTree>
  </p:cSld>
  <p:clrMapOvr>
    <a:masterClrMapping/>
  </p:clrMapOvr>
</p:sld>
</file>

<file path=ppt/slides/slide1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For joy.</a:t>
            </a:r>
          </a:p>
        </p:txBody>
      </p:sp>
    </p:spTree>
  </p:cSld>
  <p:clrMapOvr>
    <a:masterClrMapping/>
  </p:clrMapOvr>
</p:sld>
</file>

<file path=ppt/slides/slide1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I have a secret I could not entrust even to those closest to me!</a:t>
            </a:r>
          </a:p>
        </p:txBody>
      </p:sp>
    </p:spTree>
  </p:cSld>
  <p:clrMapOvr>
    <a:masterClrMapping/>
  </p:clrMapOvr>
</p:sld>
</file>

<file path=ppt/slides/slide1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Only to you. Here it is: I love you! It is true.</a:t>
            </a:r>
          </a:p>
        </p:txBody>
      </p:sp>
    </p:spTree>
  </p:cSld>
  <p:clrMapOvr>
    <a:masterClrMapping/>
  </p:clrMapOvr>
</p:sld>
</file>

<file path=ppt/slides/slide1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love you so much, I will forgive you anything!</a:t>
            </a:r>
          </a:p>
        </p:txBody>
      </p:sp>
    </p:spTree>
  </p:cSld>
  <p:clrMapOvr>
    <a:masterClrMapping/>
  </p:clrMapOvr>
</p:sld>
</file>

<file path=ppt/slides/slide1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want to turn into a bear? Then do! Only do not leave me!</a:t>
            </a:r>
          </a:p>
        </p:txBody>
      </p:sp>
    </p:spTree>
  </p:cSld>
  <p:clrMapOvr>
    <a:masterClrMapping/>
  </p:clrMapOvr>
</p:sld>
</file>

<file path=ppt/slides/slide1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cannot go on wasting away here alone!</a:t>
            </a:r>
          </a:p>
        </p:txBody>
      </p:sp>
    </p:spTree>
  </p:cSld>
  <p:clrMapOvr>
    <a:masterClrMapping/>
  </p:clrMapOvr>
</p:sld>
</file>

<file path=ppt/slides/slide1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Why did you stay away so long?</a:t>
            </a:r>
          </a:p>
        </p:txBody>
      </p:sp>
    </p:spTree>
  </p:cSld>
  <p:clrMapOvr>
    <a:masterClrMapping/>
  </p:clrMapOvr>
</p:sld>
</file>

<file path=ppt/slides/slide1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do not answer! I am not asking, I am not reproaching you!</a:t>
            </a:r>
          </a:p>
        </p:txBody>
      </p:sp>
    </p:spTree>
  </p:cSld>
  <p:clrMapOvr>
    <a:masterClrMapping/>
  </p:clrMapOvr>
</p:sld>
</file>

<file path=ppt/slides/slide1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If you did not come, then you could not. See how meek I have become?</a:t>
            </a:r>
          </a:p>
        </p:txBody>
      </p:sp>
    </p:spTree>
  </p:cSld>
  <p:clrMapOvr>
    <a:masterClrMapping/>
  </p:clrMapOvr>
</p:sld>
</file>

<file path=ppt/slides/slide1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Only do not leave!</a:t>
            </a:r>
          </a:p>
        </p:txBody>
      </p:sp>
    </p:spTree>
  </p:cSld>
  <p:clrMapOvr>
    <a:masterClrMapping/>
  </p:clrMapOvr>
</p:sld>
</file>

<file path=ppt/slides/slide1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why? Why did you stay away so long?!</a:t>
            </a:r>
          </a:p>
        </p:txBody>
      </p:sp>
    </p:spTree>
  </p:cSld>
  <p:clrMapOvr>
    <a:masterClrMapping/>
  </p:clrMapOvr>
</p:sld>
</file>

<file path=ppt/slides/slide1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was on my way. All this time, I was on my way. Do not be angry.</a:t>
            </a:r>
          </a:p>
        </p:txBody>
      </p:sp>
    </p:spTree>
  </p:cSld>
  <p:clrMapOvr>
    <a:masterClrMapping/>
  </p:clrMapOvr>
</p:sld>
</file>

<file path=ppt/slides/slide1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here.</a:t>
            </a:r>
          </a:p>
        </p:txBody>
      </p:sp>
    </p:spTree>
  </p:cSld>
  <p:clrMapOvr>
    <a:masterClrMapping/>
  </p:clrMapOvr>
</p:sld>
</file>

<file path=ppt/slides/slide1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am so happy, I no longer believe in death or sorrow.</a:t>
            </a:r>
          </a:p>
        </p:txBody>
      </p:sp>
    </p:spTree>
  </p:cSld>
  <p:clrMapOvr>
    <a:masterClrMapping/>
  </p:clrMapOvr>
</p:sld>
</file>

<file path=ppt/slides/slide1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Especially now that you have come so close.</a:t>
            </a:r>
          </a:p>
        </p:txBody>
      </p:sp>
    </p:spTree>
  </p:cSld>
  <p:clrMapOvr>
    <a:masterClrMapping/>
  </p:clrMapOvr>
</p:sld>
</file>

<file path=ppt/slides/slide1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 one has ever come so close to me or held me before.</a:t>
            </a:r>
          </a:p>
        </p:txBody>
      </p:sp>
    </p:spTree>
  </p:cSld>
  <p:clrMapOvr>
    <a:masterClrMapping/>
  </p:clrMapOvr>
</p:sld>
</file>

<file path=ppt/slides/slide1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hold me as though you have every right to, and I like it.</a:t>
            </a:r>
          </a:p>
        </p:txBody>
      </p:sp>
    </p:spTree>
  </p:cSld>
  <p:clrMapOvr>
    <a:masterClrMapping/>
  </p:clrMapOvr>
</p:sld>
</file>

<file path=ppt/slides/slide1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Now I shall hold you, and no one in the world will dare touch you.</a:t>
            </a:r>
          </a:p>
        </p:txBody>
      </p:sp>
    </p:spTree>
  </p:cSld>
  <p:clrMapOvr>
    <a:masterClrMapping/>
  </p:clrMapOvr>
</p:sld>
</file>

<file path=ppt/slides/slide1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Come, come. I will show you my room,</a:t>
            </a:r>
          </a:p>
        </p:txBody>
      </p:sp>
    </p:spTree>
  </p:cSld>
  <p:clrMapOvr>
    <a:masterClrMapping/>
  </p:clrMapOvr>
</p:sld>
</file>

<file path=ppt/slides/slide1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where I wept so much; the balcony where I watched for you to come;</a:t>
            </a:r>
          </a:p>
        </p:txBody>
      </p:sp>
    </p:spTree>
  </p:cSld>
  <p:clrMapOvr>
    <a:masterClrMapping/>
  </p:clrMapOvr>
</p:sld>
</file>

<file path=ppt/slides/slide1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hundred books about bears.</a:t>
            </a:r>
          </a:p>
        </p:txBody>
      </p:sp>
    </p:spTree>
  </p:cSld>
  <p:clrMapOvr>
    <a:masterClrMapping/>
  </p:clrMapOvr>
</p:sld>
</file>

<file path=ppt/slides/slide1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Come, come.</a:t>
            </a:r>
          </a:p>
        </p:txBody>
      </p:sp>
    </p:spTree>
  </p:cSld>
  <p:clrMapOvr>
    <a:masterClrMapping/>
  </p:clrMapOvr>
</p:sld>
</file>

<file path=ppt/slides/slide1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Good heavens, the poor children! What could be sadder?</a:t>
            </a:r>
          </a:p>
        </p:txBody>
      </p:sp>
    </p:spTree>
  </p:cSld>
  <p:clrMapOvr>
    <a:masterClrMapping/>
  </p:clrMapOvr>
</p:sld>
</file>

<file path=ppt/slides/slide1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 bride and groom who will never become husband and wife.</a:t>
            </a:r>
          </a:p>
        </p:txBody>
      </p:sp>
    </p:spTree>
  </p:cSld>
  <p:clrMapOvr>
    <a:masterClrMapping/>
  </p:clrMapOvr>
</p:sld>
</file>

<file path=ppt/slides/slide1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How sad, is it not?
— It is.</a:t>
            </a:r>
          </a:p>
        </p:txBody>
      </p:sp>
    </p:spTree>
  </p:cSld>
  <p:clrMapOvr>
    <a:masterClrMapping/>
  </p:clrMapOvr>
</p:sld>
</file>

<file path=ppt/slides/slide1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love you. I am not angry. But why? Why did you set all this in motion?</a:t>
            </a:r>
          </a:p>
        </p:txBody>
      </p:sp>
    </p:spTree>
  </p:cSld>
  <p:clrMapOvr>
    <a:masterClrMapping/>
  </p:clrMapOvr>
</p:sld>
</file>

<file path=ppt/slides/slide1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 simply how I was born. I wanted to talk to you about love.</a:t>
            </a:r>
          </a:p>
        </p:txBody>
      </p:sp>
    </p:spTree>
  </p:cSld>
  <p:clrMapOvr>
    <a:masterClrMapping/>
  </p:clrMapOvr>
</p:sld>
</file>

<file path=ppt/slides/slide1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am a Wizard.</a:t>
            </a:r>
          </a:p>
        </p:txBody>
      </p:sp>
    </p:spTree>
  </p:cSld>
  <p:clrMapOvr>
    <a:masterClrMapping/>
  </p:clrMapOvr>
</p:sld>
</file>

<file path=ppt/slides/slide1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gathered all these people together and shuffled them around,</a:t>
            </a:r>
          </a:p>
        </p:txBody>
      </p:sp>
    </p:spTree>
  </p:cSld>
  <p:clrMapOvr>
    <a:masterClrMapping/>
  </p:clrMapOvr>
</p:sld>
</file>

<file path=ppt/slides/slide1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made them live their lives so that you would laugh and cry.</a:t>
            </a:r>
          </a:p>
        </p:txBody>
      </p:sp>
    </p:spTree>
  </p:cSld>
  <p:clrMapOvr>
    <a:masterClrMapping/>
  </p:clrMapOvr>
</p:sld>
</file>

<file path=ppt/slides/slide1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is how much I love you.</a:t>
            </a:r>
          </a:p>
        </p:txBody>
      </p:sp>
    </p:spTree>
  </p:cSld>
  <p:clrMapOvr>
    <a:masterClrMapping/>
  </p:clrMapOvr>
</p:sld>
</file>

<file path=ppt/slides/slide1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Some played their parts better, of course, and some worse,</a:t>
            </a:r>
          </a:p>
        </p:txBody>
      </p:sp>
    </p:spTree>
  </p:cSld>
  <p:clrMapOvr>
    <a:masterClrMapping/>
  </p:clrMapOvr>
</p:sld>
</file>

<file path=ppt/slides/slide1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have grown fond of them by now.</a:t>
            </a:r>
          </a:p>
        </p:txBody>
      </p:sp>
    </p:spTree>
  </p:cSld>
  <p:clrMapOvr>
    <a:masterClrMapping/>
  </p:clrMapOvr>
</p:sld>
</file>

<file path=ppt/slides/slide1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cannot simply cross them out! They are people, not words.</a:t>
            </a:r>
          </a:p>
        </p:txBody>
      </p:sp>
    </p:spTree>
  </p:cSld>
  <p:clrMapOvr>
    <a:masterClrMapping/>
  </p:clrMapOvr>
</p:sld>
</file>

<file path=ppt/slides/slide1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Sleep, my darling, and let things be.</a:t>
            </a:r>
          </a:p>
        </p:txBody>
      </p:sp>
    </p:spTree>
  </p:cSld>
  <p:clrMapOvr>
    <a:masterClrMapping/>
  </p:clrMapOvr>
</p:sld>
</file>

<file path=ppt/slides/slide1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 my misfortune, I am immortal.</a:t>
            </a:r>
          </a:p>
        </p:txBody>
      </p:sp>
    </p:spTree>
  </p:cSld>
  <p:clrMapOvr>
    <a:masterClrMapping/>
  </p:clrMapOvr>
</p:sld>
</file>

<file path=ppt/slides/slide1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 must outlive you and pine for you forever.</a:t>
            </a:r>
          </a:p>
        </p:txBody>
      </p:sp>
    </p:spTree>
  </p:cSld>
  <p:clrMapOvr>
    <a:masterClrMapping/>
  </p:clrMapOvr>
</p:sld>
</file>

<file path=ppt/slides/slide1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while you are here with me, and I with you,</a:t>
            </a:r>
          </a:p>
        </p:txBody>
      </p:sp>
    </p:spTree>
  </p:cSld>
  <p:clrMapOvr>
    <a:masterClrMapping/>
  </p:clrMapOvr>
</p:sld>
</file>

<file path=ppt/slides/slide1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one could go mad with happiness.</a:t>
            </a:r>
          </a:p>
        </p:txBody>
      </p:sp>
    </p:spTree>
  </p:cSld>
  <p:clrMapOvr>
    <a:masterClrMapping/>
  </p:clrMapOvr>
</p:sld>
</file>

<file path=ppt/slides/slide1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Or perhaps you will not die.</a:t>
            </a:r>
          </a:p>
        </p:txBody>
      </p:sp>
    </p:spTree>
  </p:cSld>
  <p:clrMapOvr>
    <a:masterClrMapping/>
  </p:clrMapOvr>
</p:sld>
</file>

<file path=ppt/slides/slide1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turn into ivy and wind yourself around me, fool that I am.</a:t>
            </a:r>
          </a:p>
        </p:txBody>
      </p:sp>
    </p:spTree>
  </p:cSld>
  <p:clrMapOvr>
    <a:masterClrMapping/>
  </p:clrMapOvr>
</p:sld>
</file>

<file path=ppt/slides/slide1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 shall turn into an oak.</a:t>
            </a:r>
          </a:p>
        </p:txBody>
      </p:sp>
    </p:spTree>
  </p:cSld>
  <p:clrMapOvr>
    <a:masterClrMapping/>
  </p:clrMapOvr>
</p:sld>
</file>

<file path=ppt/slides/slide1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no one will have died, and everything will end happily.</a:t>
            </a:r>
          </a:p>
        </p:txBody>
      </p:sp>
    </p:spTree>
  </p:cSld>
  <p:clrMapOvr>
    <a:masterClrMapping/>
  </p:clrMapOvr>
</p:sld>
</file>

<file path=ppt/slides/slide1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you are angry... Look what I have thought of... Sleep.</a:t>
            </a:r>
          </a:p>
        </p:txBody>
      </p:sp>
    </p:spTree>
  </p:cSld>
  <p:clrMapOvr>
    <a:masterClrMapping/>
  </p:clrMapOvr>
</p:sld>
</file>

<file path=ppt/slides/slide1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wake, and there it is:</a:t>
            </a:r>
          </a:p>
        </p:txBody>
      </p:sp>
    </p:spTree>
  </p:cSld>
  <p:clrMapOvr>
    <a:masterClrMapping/>
  </p:clrMapOvr>
</p:sld>
</file>

<file path=ppt/slides/slide1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tomorrow has come, and every sorrow was yesterday. Sleep.</a:t>
            </a:r>
          </a:p>
        </p:txBody>
      </p:sp>
    </p:spTree>
  </p:cSld>
  <p:clrMapOvr>
    <a:masterClrMapping/>
  </p:clrMapOvr>
</p:sld>
</file>

<file path=ppt/slides/slide1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Sleep, my darling.</a:t>
            </a:r>
          </a:p>
        </p:txBody>
      </p:sp>
    </p:spTree>
  </p:cSld>
  <p:clrMapOvr>
    <a:masterClrMapping/>
  </p:clrMapOvr>
</p:sld>
</file>

<file path=ppt/slides/slide1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Are you grieving, my friends?
— Yes.</a:t>
            </a:r>
          </a:p>
        </p:txBody>
      </p:sp>
    </p:spTree>
  </p:cSld>
  <p:clrMapOvr>
    <a:masterClrMapping/>
  </p:clrMapOvr>
</p:sld>
</file>

<file path=ppt/slides/slide1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Then we shall grieve together.</a:t>
            </a:r>
          </a:p>
        </p:txBody>
      </p:sp>
    </p:spTree>
  </p:cSld>
  <p:clrMapOvr>
    <a:masterClrMapping/>
  </p:clrMapOvr>
</p:sld>
</file>

<file path=ppt/slides/slide1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how I wish I could visit those wondrous lands</a:t>
            </a:r>
          </a:p>
        </p:txBody>
      </p:sp>
    </p:spTree>
  </p:cSld>
  <p:clrMapOvr>
    <a:masterClrMapping/>
  </p:clrMapOvr>
</p:sld>
</file>

<file path=ppt/slides/slide1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 read about in novels.</a:t>
            </a:r>
          </a:p>
        </p:txBody>
      </p:sp>
    </p:spTree>
  </p:cSld>
  <p:clrMapOvr>
    <a:masterClrMapping/>
  </p:clrMapOvr>
</p:sld>
</file>

<file path=ppt/slides/slide1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sky is grey there. It often rains.</a:t>
            </a:r>
          </a:p>
        </p:txBody>
      </p:sp>
    </p:spTree>
  </p:cSld>
  <p:clrMapOvr>
    <a:masterClrMapping/>
  </p:clrMapOvr>
</p:sld>
</file>

<file path=ppt/slides/slide1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there are no wizards and no miracles.</a:t>
            </a:r>
          </a:p>
        </p:txBody>
      </p:sp>
    </p:spTree>
  </p:cSld>
  <p:clrMapOvr>
    <a:masterClrMapping/>
  </p:clrMapOvr>
</p:sld>
</file>

<file path=ppt/slides/slide1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There, when a young man kisses a Princess,</a:t>
            </a:r>
          </a:p>
        </p:txBody>
      </p:sp>
    </p:spTree>
  </p:cSld>
  <p:clrMapOvr>
    <a:masterClrMapping/>
  </p:clrMapOvr>
</p:sld>
</file>

<file path=ppt/slides/slide1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 does not turn into a Bear,</a:t>
            </a:r>
          </a:p>
        </p:txBody>
      </p:sp>
    </p:spTree>
  </p:cSld>
  <p:clrMapOvr>
    <a:masterClrMapping/>
  </p:clrMapOvr>
</p:sld>
</file>

<file path=ppt/slides/slide1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if he does, no one attaches any importance to it!</a:t>
            </a:r>
          </a:p>
        </p:txBody>
      </p:sp>
    </p:spTree>
  </p:cSld>
  <p:clrMapOvr>
    <a:masterClrMapping/>
  </p:clrMapOvr>
</p:sld>
</file>

<file path=ppt/slides/slide1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a wondrous world! What a happy world!</a:t>
            </a:r>
          </a:p>
        </p:txBody>
      </p:sp>
    </p:spTree>
  </p:cSld>
  <p:clrMapOvr>
    <a:masterClrMapping/>
  </p:clrMapOvr>
</p:sld>
</file>

<file path=ppt/slides/slide1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forgive me for building castles in the air.</a:t>
            </a:r>
          </a:p>
        </p:txBody>
      </p:sp>
    </p:spTree>
  </p:cSld>
  <p:clrMapOvr>
    <a:masterClrMapping/>
  </p:clrMapOvr>
</p:sld>
</file>

<file path=ppt/slides/slide1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yes, enough of that! Let us take life as it is.</a:t>
            </a:r>
          </a:p>
        </p:txBody>
      </p:sp>
    </p:spTree>
  </p:cSld>
  <p:clrMapOvr>
    <a:masterClrMapping/>
  </p:clrMapOvr>
</p:sld>
</file>

<file path=ppt/slides/slide1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Rain or no rain, there are miracles, wondrous transformations,</a:t>
            </a:r>
          </a:p>
        </p:txBody>
      </p:sp>
    </p:spTree>
  </p:cSld>
  <p:clrMapOvr>
    <a:masterClrMapping/>
  </p:clrMapOvr>
</p:sld>
</file>

<file path=ppt/slides/slide1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comforting dreams.</a:t>
            </a:r>
          </a:p>
        </p:txBody>
      </p:sp>
    </p:spTree>
  </p:cSld>
  <p:clrMapOvr>
    <a:masterClrMapping/>
  </p:clrMapOvr>
</p:sld>
</file>

<file path=ppt/slides/slide1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Yes, yes, comforting dreams. Sleep, my friends, sleep. Sleep.</a:t>
            </a:r>
          </a:p>
        </p:txBody>
      </p:sp>
    </p:spTree>
  </p:cSld>
  <p:clrMapOvr>
    <a:masterClrMapping/>
  </p:clrMapOvr>
</p:sld>
</file>

<file path=ppt/slides/slide1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everyone around us sleep while the lovers bid each other farewell.</a:t>
            </a:r>
          </a:p>
        </p:txBody>
      </p:sp>
    </p:spTree>
  </p:cSld>
  <p:clrMapOvr>
    <a:masterClrMapping/>
  </p:clrMapOvr>
</p:sld>
</file>

<file path=ppt/slides/slide1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it be so.</a:t>
            </a:r>
          </a:p>
        </p:txBody>
      </p:sp>
    </p:spTree>
  </p:cSld>
  <p:clrMapOvr>
    <a:masterClrMapping/>
  </p:clrMapOvr>
</p:sld>
</file>

<file path=ppt/slides/slide1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Sleep, my friends, sleep. Sleep.</a:t>
            </a:r>
          </a:p>
        </p:txBody>
      </p:sp>
    </p:spTree>
  </p:cSld>
  <p:clrMapOvr>
    <a:masterClrMapping/>
  </p:clrMapOvr>
</p:sld>
</file>

<file path=ppt/slides/slide1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You will wake, and there it is:</a:t>
            </a:r>
          </a:p>
        </p:txBody>
      </p:sp>
    </p:spTree>
  </p:cSld>
  <p:clrMapOvr>
    <a:masterClrMapping/>
  </p:clrMapOvr>
</p:sld>
</file>

<file path=ppt/slides/slide1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tomorrow has come, and every sorrow was yesterday. Sleep.</a:t>
            </a:r>
          </a:p>
        </p:txBody>
      </p:sp>
    </p:spTree>
  </p:cSld>
  <p:clrMapOvr>
    <a:masterClrMapping/>
  </p:clrMapOvr>
</p:sld>
</file>

<file path=ppt/slides/slide1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Why are you not asleep?
— I gave my word. Hush!</a:t>
            </a:r>
          </a:p>
        </p:txBody>
      </p:sp>
    </p:spTree>
  </p:cSld>
  <p:clrMapOvr>
    <a:masterClrMapping/>
  </p:clrMapOvr>
</p:sld>
</file>

<file path=ppt/slides/slide1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— Why did you suddenly run away from me? — I was frightened.</a:t>
            </a:r>
          </a:p>
        </p:txBody>
      </p:sp>
    </p:spTree>
  </p:cSld>
  <p:clrMapOvr>
    <a:masterClrMapping/>
  </p:clrMapOvr>
</p:sld>
</file>

<file path=ppt/slides/slide1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Frightened? Do not be. Let us go back. Let us go to your room.</a:t>
            </a:r>
          </a:p>
        </p:txBody>
      </p:sp>
    </p:spTree>
  </p:cSld>
  <p:clrMapOvr>
    <a:masterClrMapping/>
  </p:clrMapOvr>
</p:sld>
</file>

<file path=ppt/slides/slide1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Look, everyone is asleep. The sentries on the towers.</a:t>
            </a:r>
          </a:p>
        </p:txBody>
      </p:sp>
    </p:spTree>
  </p:cSld>
  <p:clrMapOvr>
    <a:masterClrMapping/>
  </p:clrMapOvr>
</p:sld>
</file>

<file path=ppt/slides/slide1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Father on his throne.</a:t>
            </a:r>
          </a:p>
        </p:txBody>
      </p:sp>
    </p:spTree>
  </p:cSld>
  <p:clrMapOvr>
    <a:masterClrMapping/>
  </p:clrMapOvr>
</p:sld>
</file>

<file path=ppt/slides/slide1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And the Minister-Administrator at the keyhole.</a:t>
            </a:r>
          </a:p>
        </p:txBody>
      </p:sp>
    </p:spTree>
  </p:cSld>
  <p:clrMapOvr>
    <a:masterClrMapping/>
  </p:clrMapOvr>
</p:sld>
</file>

<file path=ppt/slides/slide1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is noon, yet all around is as quiet as midnight. Why?</a:t>
            </a:r>
          </a:p>
        </p:txBody>
      </p:sp>
    </p:spTree>
  </p:cSld>
  <p:clrMapOvr>
    <a:masterClrMapping/>
  </p:clrMapOvr>
</p:sld>
</file>

<file path=ppt/slides/slide1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Because I love you.</a:t>
            </a:r>
          </a:p>
        </p:txBody>
      </p:sp>
    </p:spTree>
  </p:cSld>
  <p:clrMapOvr>
    <a:masterClrMapping/>
  </p:clrMapOvr>
</p:sld>
</file>

<file path=ppt/slides/slide1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Suddenly we are the only two people in the world. Wait...</a:t>
            </a:r>
          </a:p>
        </p:txBody>
      </p:sp>
    </p:spTree>
  </p:cSld>
  <p:clrMapOvr>
    <a:masterClrMapping/>
  </p:clrMapOvr>
</p:sld>
</file>

<file path=ppt/slides/slide1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All right. All right...</a:t>
            </a:r>
          </a:p>
        </p:txBody>
      </p:sp>
    </p:spTree>
  </p:cSld>
  <p:clrMapOvr>
    <a:masterClrMapping/>
  </p:clrMapOvr>
</p:sld>
</file>

<file path=ppt/slides/slide1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No, no, do not be hurt! Let it be as you wish.</a:t>
            </a:r>
          </a:p>
        </p:txBody>
      </p:sp>
    </p:spTree>
  </p:cSld>
  <p:clrMapOvr>
    <a:masterClrMapping/>
  </p:clrMapOvr>
</p:sld>
</file>

<file path=ppt/slides/slide1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My God, how happy I am that I made up my mind.</a:t>
            </a:r>
          </a:p>
        </p:txBody>
      </p:sp>
    </p:spTree>
  </p:cSld>
  <p:clrMapOvr>
    <a:masterClrMapping/>
  </p:clrMapOvr>
</p:sld>
</file>

<file path=ppt/slides/slide1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Little fool that I was, I never guessed it could be so wonderful.</a:t>
            </a:r>
          </a:p>
        </p:txBody>
      </p:sp>
    </p:spTree>
  </p:cSld>
  <p:clrMapOvr>
    <a:masterClrMapping/>
  </p:clrMapOvr>
</p:sld>
</file>

<file path=ppt/slides/slide1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it be as you wish. Always.</a:t>
            </a:r>
          </a:p>
        </p:txBody>
      </p:sp>
    </p:spTree>
  </p:cSld>
  <p:clrMapOvr>
    <a:masterClrMapping/>
  </p:clrMapOvr>
</p:sld>
</file>

<file path=ppt/slides/slide1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it be as you wish.</a:t>
            </a:r>
          </a:p>
        </p:txBody>
      </p:sp>
    </p:spTree>
  </p:cSld>
  <p:clrMapOvr>
    <a:masterClrMapping/>
  </p:clrMapOvr>
</p:sld>
</file>

<file path=ppt/slides/slide1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it be just as you wish. Let it be just as you wish.</a:t>
            </a:r>
          </a:p>
        </p:txBody>
      </p:sp>
    </p:spTree>
  </p:cSld>
  <p:clrMapOvr>
    <a:masterClrMapping/>
  </p:clrMapOvr>
</p:sld>
</file>

<file path=ppt/slides/slide1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it be as you wish. Always! Ah...</a:t>
            </a:r>
          </a:p>
        </p:txBody>
      </p:sp>
    </p:spTree>
  </p:cSld>
  <p:clrMapOvr>
    <a:masterClrMapping/>
  </p:clrMapOvr>
</p:sld>
</file>

<file path=ppt/slides/slide1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Look! A miracle! He has remained a man!</a:t>
            </a:r>
          </a:p>
        </p:txBody>
      </p:sp>
    </p:spTree>
  </p:cSld>
  <p:clrMapOvr>
    <a:masterClrMapping/>
  </p:clrMapOvr>
</p:sld>
</file>

<file path=ppt/slides/slide1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Hey! What is this? Where is my hundredth bear? You promised!</a:t>
            </a:r>
          </a:p>
        </p:txBody>
      </p:sp>
    </p:spTree>
  </p:cSld>
  <p:clrMapOvr>
    <a:masterClrMapping/>
  </p:clrMapOvr>
</p:sld>
</file>

<file path=ppt/slides/slide1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Love has transformed him so utterly</a:t>
            </a:r>
          </a:p>
        </p:txBody>
      </p:sp>
    </p:spTree>
  </p:cSld>
  <p:clrMapOvr>
    <a:masterClrMapping/>
  </p:clrMapOvr>
</p:sld>
</file>

<file path=ppt/slides/slide1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that he will never become a bear again.</a:t>
            </a:r>
          </a:p>
        </p:txBody>
      </p:sp>
    </p:spTree>
  </p:cSld>
  <p:clrMapOvr>
    <a:masterClrMapping/>
  </p:clrMapOvr>
</p:sld>
</file>

<file path=ppt/slides/slide1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I saw it! I saw him turn into a bear.</a:t>
            </a:r>
          </a:p>
        </p:txBody>
      </p:sp>
    </p:spTree>
  </p:cSld>
  <p:clrMapOvr>
    <a:masterClrMapping/>
  </p:clrMapOvr>
</p:sld>
</file>

<file path=ppt/slides/slide1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Well, perhaps for a few seconds. It could happen to anyone!</a:t>
            </a:r>
          </a:p>
        </p:txBody>
      </p:sp>
    </p:spTree>
  </p:cSld>
  <p:clrMapOvr>
    <a:masterClrMapping/>
  </p:clrMapOvr>
</p:sld>
</file>

<file path=ppt/slides/slide1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Glory to the brave who dare to love, knowing that it all must end!</a:t>
            </a:r>
          </a:p>
        </p:txBody>
      </p:sp>
    </p:spTree>
  </p:cSld>
  <p:clrMapOvr>
    <a:masterClrMapping/>
  </p:clrMapOvr>
</p:sld>
</file>

<file path=ppt/slides/slide1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Glory to the mad who live as though they were immortal!</a:t>
            </a:r>
          </a:p>
        </p:txBody>
      </p:sp>
    </p:spTree>
  </p:cSld>
  <p:clrMapOvr>
    <a:masterClrMapping/>
  </p:clrMapOvr>
</p:sld>
</file>

<file path=ppt/slides/slide1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us keep it quiet. Let us speak in undertones.</a:t>
            </a:r>
          </a:p>
        </p:txBody>
      </p:sp>
    </p:spTree>
  </p:cSld>
  <p:clrMapOvr>
    <a:masterClrMapping/>
  </p:clrMapOvr>
</p:sld>
</file>

<file path=ppt/slides/slide1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Let us part on a gentle note.</a:t>
            </a:r>
          </a:p>
        </p:txBody>
      </p:sp>
    </p:spTree>
  </p:cSld>
  <p:clrMapOvr>
    <a:masterClrMapping/>
  </p:clrMapOvr>
</p:sld>
</file>

<file path=ppt/slides/slide1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Another week or two, and we shall find peace.</a:t>
            </a:r>
          </a:p>
        </p:txBody>
      </p:sp>
    </p:spTree>
  </p:cSld>
  <p:clrMapOvr>
    <a:masterClrMapping/>
  </p:clrMapOvr>
</p:sld>
</file>

<file path=ppt/slides/slide1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What was, was, and now is past.</a:t>
            </a:r>
          </a:p>
        </p:txBody>
      </p:sp>
    </p:spTree>
  </p:cSld>
  <p:clrMapOvr>
    <a:masterClrMapping/>
  </p:clrMapOvr>
</p:sld>
</file>

<file path=ppt/slides/slide1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Of course, it is dreadful, absurd, senseless.</a:t>
            </a:r>
          </a:p>
        </p:txBody>
      </p:sp>
    </p:spTree>
  </p:cSld>
  <p:clrMapOvr>
    <a:masterClrMapping/>
  </p:clrMapOvr>
</p:sld>
</file>

<file path=ppt/slides/slide1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Oh, if only we could bring back the beginning!</a:t>
            </a:r>
          </a:p>
        </p:txBody>
      </p:sp>
    </p:spTree>
  </p:cSld>
  <p:clrMapOvr>
    <a:masterClrMapping/>
  </p:clrMapOvr>
</p:sld>
</file>

<file path=ppt/slides/slide1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beginning cannot be brought back. It is unthinkable.</a:t>
            </a:r>
          </a:p>
        </p:txBody>
      </p:sp>
    </p:spTree>
  </p:cSld>
  <p:clrMapOvr>
    <a:masterClrMapping/>
  </p:clrMapOvr>
</p:sld>
</file>

<file path=ppt/slides/slide1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Do not even try. Forget.</a:t>
            </a:r>
          </a:p>
        </p:txBody>
      </p:sp>
    </p:spTree>
  </p:cSld>
  <p:clrMapOvr>
    <a:masterClrMapping/>
  </p:clrMapOvr>
</p:sld>
</file>

<file path=ppt/slides/slide1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So many tears and laughter. It was, and now is past.</a:t>
            </a:r>
          </a:p>
        </p:txBody>
      </p:sp>
    </p:spTree>
  </p:cSld>
  <p:clrMapOvr>
    <a:masterClrMapping/>
  </p:clrMapOvr>
</p:sld>
</file>

<file path=ppt/slides/slide1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But the echo remains, and that is good. It was, and now is past.</a:t>
            </a:r>
          </a:p>
        </p:txBody>
      </p:sp>
    </p:spTree>
  </p:cSld>
  <p:clrMapOvr>
    <a:masterClrMapping/>
  </p:clrMapOvr>
</p:sld>
</file>

<file path=ppt/slides/slide1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It was, and now is past.</a:t>
            </a:r>
          </a:p>
        </p:txBody>
      </p:sp>
    </p:spTree>
  </p:cSld>
  <p:clrMapOvr>
    <a:masterClrMapping/>
  </p:clrMapOvr>
</p:sld>
</file>

<file path=ppt/slides/slide1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216" y="4648961"/>
            <a:ext cx="11275568" cy="1518285"/>
          </a:xfrm>
          <a:prstGeom prst="rect">
            <a:avLst/>
          </a:prstGeom>
          <a:noFill/>
        </p:spPr>
        <p:txBody>
          <a:bodyPr wrap="square" lIns="0" rIns="0" bIns="0" tIns="12065">
            <a:noAutofit/>
          </a:bodyPr>
          <a:lstStyle/>
          <a:p>
            <a:r>
              <a:rPr sz="5600" b="0">
                <a:solidFill>
                  <a:srgbClr val="FFFFFF"/>
                </a:solidFill>
                <a:latin typeface="Calibri Light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14225</Words>
  <Application>Microsoft Office PowerPoint</Application>
  <PresentationFormat>Widescreen</PresentationFormat>
  <Paragraphs>1779</Paragraphs>
  <Slides>1195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1195</vt:i4>
      </vt:variant>
    </vt:vector>
  </HeadingPairs>
  <TitlesOfParts>
    <vt:vector size="119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Mikhail Kulikov</dc:creator>
  <cp:lastModifiedBy>Mike Kulikov</cp:lastModifiedBy>
  <cp:revision>1</cp:revision>
  <dcterms:created xsi:type="dcterms:W3CDTF">2025-09-14T08:26:41Z</dcterms:created>
  <dcterms:modified xsi:type="dcterms:W3CDTF">2025-09-14T10:57:01Z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2025-09-14T00:00:00Z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2025-09-14T00:00:00Z</vt:filetime>
  </property>
</Properties>
</file>